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02CF0-8CC4-4C11-BCD6-391DE5A56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885FA4-226C-4A93-ACB9-6961E043BB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852FF2-7A08-433D-8E1D-790AC1FF1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5D91CE-3F72-40B8-8A07-CDF92C27E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BBD72-AB73-48D1-8B9B-55792B26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927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7003E-D4B4-48CA-BB2F-F45CAAD96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07AA9-BE1A-4693-96E9-4B79D4F7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9C4AC-ACDE-475B-88D8-6E921BDF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9C1417-5016-4E61-AF1E-1DE35D209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7C0DC1-3B62-4FD5-B5A1-89042F05D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14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4828D-9F65-4FF9-AA7B-FAC2199A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EF2F66-0A3E-46F5-B8A5-12915DE0D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2B4D0-A114-4BC1-8419-D86B6D6A1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7A8BD1-AF0D-489A-AEF0-AAB75C8A8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C7BDB9-8582-43B2-A50C-C94358B52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553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7FCCB-96C4-4997-B636-CB0B6E690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2BCDED-6E03-419F-8F1E-EBDA5C7C7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B9A0D1-C305-43E9-AB47-56BBBF210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EB8210-B52E-4034-948B-CD9CC123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8FF59C-4B85-4D9B-9F66-5A4206880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943621-23ED-4508-A221-80AE0EB9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278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510E3C-41E5-47D0-BD3D-CB48FDCF6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5A7395-CC71-47B7-91DC-966D10CA2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0BFB69-D889-4633-A536-4D5B57B56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28291F4-487D-4ADE-BA6E-CF765DF4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F4CBDB-E653-4D34-8958-0E84F8972D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C8E1E08-7EB1-4C38-829A-CC7878552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87E2DE0-325D-4C89-948D-64154ACFA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81B98A-7F1C-4419-AB6C-566EBA264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922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EB557-DD1A-43A5-9003-11BD7474E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D1940F2-3645-48BE-A5BE-FD87D88D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A479B1-C7D7-4150-A871-B7CCA4FD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4EEE2A-34AA-4839-B923-ACEC9AD8E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52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ADC5413-580D-4AD5-AD4A-BD9CE3004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57C742-C47F-470C-ADEF-AB6D54885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E9EAA1-C48C-40DB-9962-1892444B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380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21DDC-4A89-4AFA-9B09-6ABEA12CC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5403EB-F539-499D-8720-8AB598E3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F825D9E-DF52-42B7-9E52-76DD9A5A1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A17405-CBAD-4D98-809D-F306D3E8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40BA8E-74DC-4705-B7BA-4F3A9358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5ECC93-1B12-4240-8BD5-7DC3D4D7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350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BB17B-4EB7-4E7B-B686-810CF6F8F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61D8E6-CE36-4698-896B-EDDFE5C6CA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C5F05-5A4B-4BAB-A19E-C88E52778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90695E-8A94-407F-9262-A111270C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4EFAEBD-CA63-419E-8188-C68381A4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0CC8D8-B05C-4628-ABF5-64387DBF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40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7337D-C1CB-439D-96C0-65141615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CAE3785-7353-4B0B-B4DA-4B82D2C4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3EFBD7-BBFD-4D36-A3B5-75AD9016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B97178-3384-4724-B32D-0CA49F044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457D6C-A057-4279-92BB-77CBD7FC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67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377D961-1932-4015-9B34-77A077BC7D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55CE96B-FAA7-4E4F-9034-6DA0B2635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FAAD19-426A-46F4-9CF7-1DD3067C6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1F64D6-CE66-482D-86B2-41B1B0BB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CF31AB-3970-4309-8857-108CF558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32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482EFE-F7FB-4B82-A6D7-ED32DE91A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44516E-08DA-4586-BD35-16D8EF0C6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61784-D65A-4D50-85B7-BFD78EA2EC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28E84-A7D2-4159-A0E1-378114FD4EAF}" type="datetimeFigureOut">
              <a:rPr lang="fr-FR" smtClean="0"/>
              <a:t>12/01/2026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FF5A-0075-4EA5-B4E3-99B3DCDA6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91DF05-B1CD-4C1E-A527-41C0B479A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6722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5" Type="http://schemas.openxmlformats.org/officeDocument/2006/relationships/image" Target="../media/image4.tmp"/><Relationship Id="rId10" Type="http://schemas.openxmlformats.org/officeDocument/2006/relationships/image" Target="../media/image9.png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11" Type="http://schemas.openxmlformats.org/officeDocument/2006/relationships/image" Target="../media/image9.png"/><Relationship Id="rId5" Type="http://schemas.openxmlformats.org/officeDocument/2006/relationships/image" Target="../media/image4.tmp"/><Relationship Id="rId10" Type="http://schemas.openxmlformats.org/officeDocument/2006/relationships/image" Target="../media/image10.png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0A3F14-732F-46BF-815F-3DBF57308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89260" y="1059212"/>
            <a:ext cx="894080" cy="821806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71F5A2F9-F267-4BBA-8DE7-37DFA8538DA5}"/>
              </a:ext>
            </a:extLst>
          </p:cNvPr>
          <p:cNvCxnSpPr>
            <a:cxnSpLocks/>
          </p:cNvCxnSpPr>
          <p:nvPr/>
        </p:nvCxnSpPr>
        <p:spPr>
          <a:xfrm flipH="1">
            <a:off x="7857041" y="1663356"/>
            <a:ext cx="27626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26212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C4595F-3387-4236-AB4E-3BE7618684CC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1663356"/>
            <a:ext cx="12316" cy="11807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sp>
        <p:nvSpPr>
          <p:cNvPr id="138" name="ZoneTexte 137">
            <a:extLst>
              <a:ext uri="{FF2B5EF4-FFF2-40B4-BE49-F238E27FC236}">
                <a16:creationId xmlns:a16="http://schemas.microsoft.com/office/drawing/2014/main" id="{9B1CBD1B-A930-403E-8164-33BD868AC040}"/>
              </a:ext>
            </a:extLst>
          </p:cNvPr>
          <p:cNvSpPr txBox="1"/>
          <p:nvPr/>
        </p:nvSpPr>
        <p:spPr>
          <a:xfrm>
            <a:off x="1678940" y="5700247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EC6F331D-3DAB-409B-B396-E6FF893B5FA2}"/>
              </a:ext>
            </a:extLst>
          </p:cNvPr>
          <p:cNvSpPr txBox="1"/>
          <p:nvPr/>
        </p:nvSpPr>
        <p:spPr>
          <a:xfrm>
            <a:off x="5141349" y="5668209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1481588" y="1151093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1DA837A8-2D65-4981-B191-C8F12BF7E75A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D204A93-7831-49D4-80AD-122A75B1F4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2700" y="6081279"/>
            <a:ext cx="1134081" cy="2849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2FF3942F-A6F3-4545-9028-908D2B598ED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3120" y="6146991"/>
            <a:ext cx="1095361" cy="233529"/>
          </a:xfrm>
          <a:prstGeom prst="rect">
            <a:avLst/>
          </a:prstGeom>
        </p:spPr>
      </p:pic>
      <p:sp>
        <p:nvSpPr>
          <p:cNvPr id="86" name="ZoneTexte 85">
            <a:extLst>
              <a:ext uri="{FF2B5EF4-FFF2-40B4-BE49-F238E27FC236}">
                <a16:creationId xmlns:a16="http://schemas.microsoft.com/office/drawing/2014/main" id="{4EA50561-5E2E-4F8E-8BE8-04F2150FD639}"/>
              </a:ext>
            </a:extLst>
          </p:cNvPr>
          <p:cNvSpPr txBox="1"/>
          <p:nvPr/>
        </p:nvSpPr>
        <p:spPr>
          <a:xfrm>
            <a:off x="73918" y="4854426"/>
            <a:ext cx="24022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KOSMOS mono</a:t>
            </a:r>
          </a:p>
        </p:txBody>
      </p:sp>
    </p:spTree>
    <p:extLst>
      <p:ext uri="{BB962C8B-B14F-4D97-AF65-F5344CB8AC3E}">
        <p14:creationId xmlns:p14="http://schemas.microsoft.com/office/powerpoint/2010/main" val="288334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26212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0765844" y="1125053"/>
            <a:ext cx="87395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Nappe vidéo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241997E-4052-4DDC-98CC-6425C592FAFD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FF0BA215-A913-4002-B465-BE7E8D601FB8}"/>
              </a:ext>
            </a:extLst>
          </p:cNvPr>
          <p:cNvSpPr txBox="1"/>
          <p:nvPr/>
        </p:nvSpPr>
        <p:spPr>
          <a:xfrm>
            <a:off x="736415" y="4911822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D32F0BBC-7931-4CDD-9B00-2627AD464E7C}"/>
              </a:ext>
            </a:extLst>
          </p:cNvPr>
          <p:cNvGrpSpPr/>
          <p:nvPr/>
        </p:nvGrpSpPr>
        <p:grpSpPr>
          <a:xfrm>
            <a:off x="332524" y="5186811"/>
            <a:ext cx="3202355" cy="691807"/>
            <a:chOff x="1275049" y="5975236"/>
            <a:chExt cx="3202355" cy="691807"/>
          </a:xfrm>
        </p:grpSpPr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014A79F0-EFEA-46FA-A8C8-D383FEF5B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43323" y="6176369"/>
              <a:ext cx="1134081" cy="284959"/>
            </a:xfrm>
            <a:prstGeom prst="rect">
              <a:avLst/>
            </a:prstGeom>
          </p:spPr>
        </p:pic>
        <p:pic>
          <p:nvPicPr>
            <p:cNvPr id="78" name="Image 77">
              <a:extLst>
                <a:ext uri="{FF2B5EF4-FFF2-40B4-BE49-F238E27FC236}">
                  <a16:creationId xmlns:a16="http://schemas.microsoft.com/office/drawing/2014/main" id="{52BDC54E-CE88-4745-B8B7-ACD1DAAAE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1275049" y="5975236"/>
              <a:ext cx="2197653" cy="691807"/>
            </a:xfrm>
            <a:prstGeom prst="rect">
              <a:avLst/>
            </a:prstGeom>
          </p:spPr>
        </p:pic>
      </p:grpSp>
      <p:sp>
        <p:nvSpPr>
          <p:cNvPr id="79" name="ZoneTexte 78">
            <a:extLst>
              <a:ext uri="{FF2B5EF4-FFF2-40B4-BE49-F238E27FC236}">
                <a16:creationId xmlns:a16="http://schemas.microsoft.com/office/drawing/2014/main" id="{8F1C8F38-1FD9-4F8A-82E2-A0DA296B6343}"/>
              </a:ext>
            </a:extLst>
          </p:cNvPr>
          <p:cNvSpPr txBox="1"/>
          <p:nvPr/>
        </p:nvSpPr>
        <p:spPr>
          <a:xfrm>
            <a:off x="491888" y="5779693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413239AA-3CE5-42B4-91BE-7CB8BDFA616C}"/>
              </a:ext>
            </a:extLst>
          </p:cNvPr>
          <p:cNvGrpSpPr/>
          <p:nvPr/>
        </p:nvGrpSpPr>
        <p:grpSpPr>
          <a:xfrm>
            <a:off x="366386" y="6033827"/>
            <a:ext cx="3258793" cy="691807"/>
            <a:chOff x="7181376" y="5852875"/>
            <a:chExt cx="3258793" cy="691807"/>
          </a:xfrm>
        </p:grpSpPr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2AE4576-937C-49B7-A275-FCEDC4B562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344808" y="6082013"/>
              <a:ext cx="1095361" cy="233529"/>
            </a:xfrm>
            <a:prstGeom prst="rect">
              <a:avLst/>
            </a:prstGeom>
          </p:spPr>
        </p:pic>
        <p:pic>
          <p:nvPicPr>
            <p:cNvPr id="82" name="Image 81">
              <a:extLst>
                <a:ext uri="{FF2B5EF4-FFF2-40B4-BE49-F238E27FC236}">
                  <a16:creationId xmlns:a16="http://schemas.microsoft.com/office/drawing/2014/main" id="{FC51D261-CC6D-4334-83DD-8C5A31677E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7181376" y="5852875"/>
              <a:ext cx="2197653" cy="691807"/>
            </a:xfrm>
            <a:prstGeom prst="rect">
              <a:avLst/>
            </a:prstGeom>
          </p:spPr>
        </p:pic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C36B5C7E-CC9D-441C-9B11-08F3A95D7BBB}"/>
              </a:ext>
            </a:extLst>
          </p:cNvPr>
          <p:cNvSpPr txBox="1"/>
          <p:nvPr/>
        </p:nvSpPr>
        <p:spPr>
          <a:xfrm>
            <a:off x="8554297" y="5662656"/>
            <a:ext cx="2466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KOSMOS </a:t>
            </a:r>
            <a:r>
              <a:rPr lang="fr-FR" sz="2800" dirty="0" err="1"/>
              <a:t>stereo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0120913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49</Words>
  <Application>Microsoft Office PowerPoint</Application>
  <PresentationFormat>Grand écran</PresentationFormat>
  <Paragraphs>34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11</cp:revision>
  <dcterms:created xsi:type="dcterms:W3CDTF">2025-12-18T17:46:54Z</dcterms:created>
  <dcterms:modified xsi:type="dcterms:W3CDTF">2026-01-12T12:40:19Z</dcterms:modified>
</cp:coreProperties>
</file>