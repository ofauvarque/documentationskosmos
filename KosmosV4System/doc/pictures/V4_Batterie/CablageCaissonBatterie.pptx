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814" autoAdjust="0"/>
    <p:restoredTop sz="94660"/>
  </p:normalViewPr>
  <p:slideViewPr>
    <p:cSldViewPr snapToGrid="0">
      <p:cViewPr>
        <p:scale>
          <a:sx n="125" d="100"/>
          <a:sy n="125" d="100"/>
        </p:scale>
        <p:origin x="6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02CF0-8CC4-4C11-BCD6-391DE5A56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885FA4-226C-4A93-ACB9-6961E043BB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852FF2-7A08-433D-8E1D-790AC1FF1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5D91CE-3F72-40B8-8A07-CDF92C27E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1BBD72-AB73-48D1-8B9B-55792B26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9279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7003E-D4B4-48CA-BB2F-F45CAAD96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D07AA9-BE1A-4693-96E9-4B79D4F7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9C4AC-ACDE-475B-88D8-6E921BDF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E9C1417-5016-4E61-AF1E-1DE35D209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7C0DC1-3B62-4FD5-B5A1-89042F05D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14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E4828D-9F65-4FF9-AA7B-FAC2199A4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EF2F66-0A3E-46F5-B8A5-12915DE0D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2B4D0-A114-4BC1-8419-D86B6D6A1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7A8BD1-AF0D-489A-AEF0-AAB75C8A8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C7BDB9-8582-43B2-A50C-C94358B52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5539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77FCCB-96C4-4997-B636-CB0B6E690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2BCDED-6E03-419F-8F1E-EBDA5C7C7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BB9A0D1-C305-43E9-AB47-56BBBF210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EB8210-B52E-4034-948B-CD9CC123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8FF59C-4B85-4D9B-9F66-5A4206880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0943621-23ED-4508-A221-80AE0EB98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278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510E3C-41E5-47D0-BD3D-CB48FDCF6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5A7395-CC71-47B7-91DC-966D10CA2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0BFB69-D889-4633-A536-4D5B57B56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28291F4-487D-4ADE-BA6E-CF765DF4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F4CBDB-E653-4D34-8958-0E84F8972D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C8E1E08-7EB1-4C38-829A-CC7878552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87E2DE0-325D-4C89-948D-64154ACFA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481B98A-7F1C-4419-AB6C-566EBA264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8922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EB557-DD1A-43A5-9003-11BD7474E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D1940F2-3645-48BE-A5BE-FD87D88DF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0A479B1-C7D7-4150-A871-B7CCA4FDB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4EEE2A-34AA-4839-B923-ACEC9AD8E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5528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ADC5413-580D-4AD5-AD4A-BD9CE3004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757C742-C47F-470C-ADEF-AB6D54885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E9EAA1-C48C-40DB-9962-1892444B9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380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721DDC-4A89-4AFA-9B09-6ABEA12CC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5403EB-F539-499D-8720-8AB598E3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F825D9E-DF52-42B7-9E52-76DD9A5A1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A17405-CBAD-4D98-809D-F306D3E8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40BA8E-74DC-4705-B7BA-4F3A9358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25ECC93-1B12-4240-8BD5-7DC3D4D7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7350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BB17B-4EB7-4E7B-B686-810CF6F8F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361D8E6-CE36-4698-896B-EDDFE5C6CA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9C5F05-5A4B-4BAB-A19E-C88E527786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90695E-8A94-407F-9262-A111270C9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4EFAEBD-CA63-419E-8188-C68381A4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0CC8D8-B05C-4628-ABF5-64387DBF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4404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37337D-C1CB-439D-96C0-65141615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CAE3785-7353-4B0B-B4DA-4B82D2C45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3EFBD7-BBFD-4D36-A3B5-75AD9016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B97178-3384-4724-B32D-0CA49F044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457D6C-A057-4279-92BB-77CBD7FCF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867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377D961-1932-4015-9B34-77A077BC7D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55CE96B-FAA7-4E4F-9034-6DA0B2635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FAAD19-426A-46F4-9CF7-1DD3067C6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1F64D6-CE66-482D-86B2-41B1B0BB1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CF31AB-3970-4309-8857-108CF5585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328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482EFE-F7FB-4B82-A6D7-ED32DE91A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44516E-08DA-4586-BD35-16D8EF0C6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61784-D65A-4D50-85B7-BFD78EA2EC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E28E84-A7D2-4159-A0E1-378114FD4EAF}" type="datetimeFigureOut">
              <a:rPr lang="fr-FR" smtClean="0"/>
              <a:t>22/01/2026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FBFF5A-0075-4EA5-B4E3-99B3DCDA6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91DF05-B1CD-4C1E-A527-41C0B479A9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6722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5" Type="http://schemas.openxmlformats.org/officeDocument/2006/relationships/image" Target="../media/image4.tmp"/><Relationship Id="rId10" Type="http://schemas.openxmlformats.org/officeDocument/2006/relationships/image" Target="../media/image9.png"/><Relationship Id="rId4" Type="http://schemas.openxmlformats.org/officeDocument/2006/relationships/image" Target="../media/image3.tmp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11" Type="http://schemas.openxmlformats.org/officeDocument/2006/relationships/image" Target="../media/image9.png"/><Relationship Id="rId5" Type="http://schemas.openxmlformats.org/officeDocument/2006/relationships/image" Target="../media/image4.tmp"/><Relationship Id="rId10" Type="http://schemas.openxmlformats.org/officeDocument/2006/relationships/image" Target="../media/image10.png"/><Relationship Id="rId4" Type="http://schemas.openxmlformats.org/officeDocument/2006/relationships/image" Target="../media/image3.tmp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8315909" y="3914755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016227" y="3497263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136787" y="3713798"/>
            <a:ext cx="748422" cy="221711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60541C3F-5C12-49F5-A6EE-352A718858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509326" y="4200486"/>
            <a:ext cx="748422" cy="22171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DBA0EB6A-77DD-4F4C-BB63-447AC1172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5574332" y="4144005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0A3F14-732F-46BF-815F-3DBF573088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89260" y="1059212"/>
            <a:ext cx="894080" cy="821806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718889" y="1358356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678940" y="3236286"/>
            <a:ext cx="17475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>
            <a:extLst>
              <a:ext uri="{FF2B5EF4-FFF2-40B4-BE49-F238E27FC236}">
                <a16:creationId xmlns:a16="http://schemas.microsoft.com/office/drawing/2014/main" id="{EEEC7CDD-DA72-46BA-B6BE-8E9A976D3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58780" y="2004328"/>
            <a:ext cx="894080" cy="821806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912860" y="2303472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306878" y="2445712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003545" y="2598112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 16">
            <a:extLst>
              <a:ext uri="{FF2B5EF4-FFF2-40B4-BE49-F238E27FC236}">
                <a16:creationId xmlns:a16="http://schemas.microsoft.com/office/drawing/2014/main" id="{196F90B8-4FF9-4236-9D28-A50E5A762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29344" flipH="1">
            <a:off x="10669936" y="3711053"/>
            <a:ext cx="778065" cy="771471"/>
          </a:xfrm>
          <a:prstGeom prst="roundRect">
            <a:avLst>
              <a:gd name="adj" fmla="val 50000"/>
            </a:avLst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8943340" y="4016702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003545" y="4144005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7150100" y="4292292"/>
            <a:ext cx="35001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8943340" y="3884622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150100" y="1510956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71F5A2F9-F267-4BBA-8DE7-37DFA8538DA5}"/>
              </a:ext>
            </a:extLst>
          </p:cNvPr>
          <p:cNvCxnSpPr>
            <a:cxnSpLocks/>
          </p:cNvCxnSpPr>
          <p:nvPr/>
        </p:nvCxnSpPr>
        <p:spPr>
          <a:xfrm flipH="1">
            <a:off x="7857041" y="1663356"/>
            <a:ext cx="276269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1343660" y="3045116"/>
            <a:ext cx="145280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62123" y="2233619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605021" y="2054432"/>
            <a:ext cx="536328" cy="1018860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886679A-FA50-4740-AAC4-D3774B8A20B6}"/>
              </a:ext>
            </a:extLst>
          </p:cNvPr>
          <p:cNvCxnSpPr>
            <a:cxnSpLocks/>
          </p:cNvCxnSpPr>
          <p:nvPr/>
        </p:nvCxnSpPr>
        <p:spPr>
          <a:xfrm flipV="1">
            <a:off x="3406140" y="3236086"/>
            <a:ext cx="0" cy="10299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75660" y="4266025"/>
            <a:ext cx="23063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age 52">
            <a:extLst>
              <a:ext uri="{FF2B5EF4-FFF2-40B4-BE49-F238E27FC236}">
                <a16:creationId xmlns:a16="http://schemas.microsoft.com/office/drawing/2014/main" id="{618484DE-1D22-4BFB-BB78-B516CC084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153245" y="4752398"/>
            <a:ext cx="496384" cy="638208"/>
          </a:xfrm>
          <a:prstGeom prst="rect">
            <a:avLst/>
          </a:prstGeom>
        </p:spPr>
      </p:pic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3173675-FC7F-4DBE-BD10-95C91B94E1AC}"/>
              </a:ext>
            </a:extLst>
          </p:cNvPr>
          <p:cNvSpPr/>
          <p:nvPr/>
        </p:nvSpPr>
        <p:spPr>
          <a:xfrm>
            <a:off x="6267450" y="4279356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152C35AD-306A-4842-94DF-82CC1AA96EE9}"/>
              </a:ext>
            </a:extLst>
          </p:cNvPr>
          <p:cNvSpPr/>
          <p:nvPr/>
        </p:nvSpPr>
        <p:spPr>
          <a:xfrm rot="11459514">
            <a:off x="6488443" y="4309454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36C4595F-3387-4236-AB4E-3BE7618684CC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1663356"/>
            <a:ext cx="12316" cy="11807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2598112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829930" y="3476618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776524" y="3807759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775200" y="2158456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863238" y="3497905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4A4033A7-2427-42BE-83C0-20A3E13602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731733" y="2844079"/>
            <a:ext cx="225983" cy="771699"/>
          </a:xfrm>
          <a:prstGeom prst="rect">
            <a:avLst/>
          </a:prstGeom>
        </p:spPr>
      </p:pic>
      <p:pic>
        <p:nvPicPr>
          <p:cNvPr id="85" name="Image 84">
            <a:extLst>
              <a:ext uri="{FF2B5EF4-FFF2-40B4-BE49-F238E27FC236}">
                <a16:creationId xmlns:a16="http://schemas.microsoft.com/office/drawing/2014/main" id="{5A483478-6774-4FB4-885C-CBDFCFEC827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037108" y="2666837"/>
            <a:ext cx="225983" cy="771699"/>
          </a:xfrm>
          <a:prstGeom prst="rect">
            <a:avLst/>
          </a:prstGeom>
        </p:spPr>
      </p:pic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7150100" y="1510956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7150100" y="2445712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7150100" y="3438536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649629" y="3586635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431367" y="2137289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041322" y="2128823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  <a:stCxn id="108" idx="2"/>
          </p:cNvCxnSpPr>
          <p:nvPr/>
        </p:nvCxnSpPr>
        <p:spPr>
          <a:xfrm>
            <a:off x="8831881" y="3599298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Image 107">
            <a:extLst>
              <a:ext uri="{FF2B5EF4-FFF2-40B4-BE49-F238E27FC236}">
                <a16:creationId xmlns:a16="http://schemas.microsoft.com/office/drawing/2014/main" id="{05FFE692-C563-4E75-818C-E3AFC5EB431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8718889" y="2827599"/>
            <a:ext cx="225983" cy="771699"/>
          </a:xfrm>
          <a:prstGeom prst="rect">
            <a:avLst/>
          </a:prstGeom>
        </p:spPr>
      </p:pic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8718889" y="1350819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  <a:stCxn id="108" idx="0"/>
          </p:cNvCxnSpPr>
          <p:nvPr/>
        </p:nvCxnSpPr>
        <p:spPr>
          <a:xfrm flipV="1">
            <a:off x="8831881" y="2317814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062" y="0"/>
            <a:ext cx="2651957" cy="2308291"/>
          </a:xfrm>
          <a:prstGeom prst="rect">
            <a:avLst/>
          </a:prstGeom>
        </p:spPr>
      </p:pic>
      <p:sp>
        <p:nvSpPr>
          <p:cNvPr id="138" name="ZoneTexte 137">
            <a:extLst>
              <a:ext uri="{FF2B5EF4-FFF2-40B4-BE49-F238E27FC236}">
                <a16:creationId xmlns:a16="http://schemas.microsoft.com/office/drawing/2014/main" id="{9B1CBD1B-A930-403E-8164-33BD868AC040}"/>
              </a:ext>
            </a:extLst>
          </p:cNvPr>
          <p:cNvSpPr txBox="1"/>
          <p:nvPr/>
        </p:nvSpPr>
        <p:spPr>
          <a:xfrm>
            <a:off x="1678940" y="5913607"/>
            <a:ext cx="258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fonctionnement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EC6F331D-3DAB-409B-B396-E6FF893B5FA2}"/>
              </a:ext>
            </a:extLst>
          </p:cNvPr>
          <p:cNvSpPr txBox="1"/>
          <p:nvPr/>
        </p:nvSpPr>
        <p:spPr>
          <a:xfrm>
            <a:off x="5141349" y="5881569"/>
            <a:ext cx="170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charge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6341568B-7ACA-4DB1-831C-D7B4AA7B9635}"/>
              </a:ext>
            </a:extLst>
          </p:cNvPr>
          <p:cNvSpPr txBox="1"/>
          <p:nvPr/>
        </p:nvSpPr>
        <p:spPr>
          <a:xfrm>
            <a:off x="2347100" y="1037673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25572" y="269071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30456" y="325999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1481588" y="1151093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81587" y="2137289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428515" y="3727456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1DA837A8-2D65-4981-B191-C8F12BF7E75A}"/>
              </a:ext>
            </a:extLst>
          </p:cNvPr>
          <p:cNvSpPr txBox="1"/>
          <p:nvPr/>
        </p:nvSpPr>
        <p:spPr>
          <a:xfrm>
            <a:off x="642813" y="1904230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D204A93-7831-49D4-80AD-122A75B1F4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52700" y="6294639"/>
            <a:ext cx="1134081" cy="284959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2FF3942F-A6F3-4545-9028-908D2B598ED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3120" y="6360351"/>
            <a:ext cx="1095361" cy="233529"/>
          </a:xfrm>
          <a:prstGeom prst="rect">
            <a:avLst/>
          </a:prstGeom>
        </p:spPr>
      </p:pic>
      <p:sp>
        <p:nvSpPr>
          <p:cNvPr id="86" name="ZoneTexte 85">
            <a:extLst>
              <a:ext uri="{FF2B5EF4-FFF2-40B4-BE49-F238E27FC236}">
                <a16:creationId xmlns:a16="http://schemas.microsoft.com/office/drawing/2014/main" id="{4EA50561-5E2E-4F8E-8BE8-04F2150FD639}"/>
              </a:ext>
            </a:extLst>
          </p:cNvPr>
          <p:cNvSpPr txBox="1"/>
          <p:nvPr/>
        </p:nvSpPr>
        <p:spPr>
          <a:xfrm>
            <a:off x="8900160" y="6021329"/>
            <a:ext cx="24022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KOSMOS mono</a:t>
            </a:r>
          </a:p>
        </p:txBody>
      </p:sp>
      <p:cxnSp>
        <p:nvCxnSpPr>
          <p:cNvPr id="63" name="Connecteur droit 62">
            <a:extLst>
              <a:ext uri="{FF2B5EF4-FFF2-40B4-BE49-F238E27FC236}">
                <a16:creationId xmlns:a16="http://schemas.microsoft.com/office/drawing/2014/main" id="{5BEF8ADB-7001-4959-9C66-88982E10E679}"/>
              </a:ext>
            </a:extLst>
          </p:cNvPr>
          <p:cNvCxnSpPr>
            <a:cxnSpLocks/>
          </p:cNvCxnSpPr>
          <p:nvPr/>
        </p:nvCxnSpPr>
        <p:spPr>
          <a:xfrm flipH="1" flipV="1">
            <a:off x="2989504" y="3045116"/>
            <a:ext cx="971740" cy="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Image 66">
            <a:extLst>
              <a:ext uri="{FF2B5EF4-FFF2-40B4-BE49-F238E27FC236}">
                <a16:creationId xmlns:a16="http://schemas.microsoft.com/office/drawing/2014/main" id="{ED1E8921-0C15-48B2-901D-E831EC5E125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6200000">
            <a:off x="2383673" y="2293215"/>
            <a:ext cx="748422" cy="223720"/>
          </a:xfrm>
          <a:prstGeom prst="rect">
            <a:avLst/>
          </a:prstGeom>
        </p:spPr>
      </p:pic>
      <p:cxnSp>
        <p:nvCxnSpPr>
          <p:cNvPr id="65" name="Connecteur droit 64">
            <a:extLst>
              <a:ext uri="{FF2B5EF4-FFF2-40B4-BE49-F238E27FC236}">
                <a16:creationId xmlns:a16="http://schemas.microsoft.com/office/drawing/2014/main" id="{64BA7266-ACA3-44CE-80CC-73338D2685D9}"/>
              </a:ext>
            </a:extLst>
          </p:cNvPr>
          <p:cNvCxnSpPr>
            <a:cxnSpLocks/>
          </p:cNvCxnSpPr>
          <p:nvPr/>
        </p:nvCxnSpPr>
        <p:spPr>
          <a:xfrm>
            <a:off x="2769832" y="2669043"/>
            <a:ext cx="0" cy="3938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9" name="Image 68">
            <a:extLst>
              <a:ext uri="{FF2B5EF4-FFF2-40B4-BE49-F238E27FC236}">
                <a16:creationId xmlns:a16="http://schemas.microsoft.com/office/drawing/2014/main" id="{0F8B0BF2-F72C-4614-80EA-C08AEC3863D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6200000">
            <a:off x="2615293" y="2296765"/>
            <a:ext cx="748422" cy="223720"/>
          </a:xfrm>
          <a:prstGeom prst="rect">
            <a:avLst/>
          </a:prstGeom>
        </p:spPr>
      </p:pic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45811063-EE63-4A87-815D-A083C978ADEE}"/>
              </a:ext>
            </a:extLst>
          </p:cNvPr>
          <p:cNvCxnSpPr>
            <a:cxnSpLocks/>
          </p:cNvCxnSpPr>
          <p:nvPr/>
        </p:nvCxnSpPr>
        <p:spPr>
          <a:xfrm>
            <a:off x="3001452" y="2672593"/>
            <a:ext cx="0" cy="3938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Image 74">
            <a:extLst>
              <a:ext uri="{FF2B5EF4-FFF2-40B4-BE49-F238E27FC236}">
                <a16:creationId xmlns:a16="http://schemas.microsoft.com/office/drawing/2014/main" id="{DCB59AB3-00CE-436A-BB36-7B14808678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236" y="1257828"/>
            <a:ext cx="496384" cy="638208"/>
          </a:xfrm>
          <a:prstGeom prst="rect">
            <a:avLst/>
          </a:prstGeom>
        </p:spPr>
      </p:pic>
      <p:sp>
        <p:nvSpPr>
          <p:cNvPr id="76" name="Forme libre : forme 75">
            <a:extLst>
              <a:ext uri="{FF2B5EF4-FFF2-40B4-BE49-F238E27FC236}">
                <a16:creationId xmlns:a16="http://schemas.microsoft.com/office/drawing/2014/main" id="{2AFB34AC-EBB0-4F49-8894-E8093CE6500C}"/>
              </a:ext>
            </a:extLst>
          </p:cNvPr>
          <p:cNvSpPr/>
          <p:nvPr/>
        </p:nvSpPr>
        <p:spPr>
          <a:xfrm rot="21243881" flipH="1">
            <a:off x="2766772" y="1846396"/>
            <a:ext cx="45719" cy="244868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7" name="Forme libre : forme 76">
            <a:extLst>
              <a:ext uri="{FF2B5EF4-FFF2-40B4-BE49-F238E27FC236}">
                <a16:creationId xmlns:a16="http://schemas.microsoft.com/office/drawing/2014/main" id="{CDFEA514-83D7-4B22-A5CA-5739E98240E4}"/>
              </a:ext>
            </a:extLst>
          </p:cNvPr>
          <p:cNvSpPr/>
          <p:nvPr/>
        </p:nvSpPr>
        <p:spPr>
          <a:xfrm rot="9899622" flipH="1">
            <a:off x="2970112" y="1827148"/>
            <a:ext cx="45719" cy="244868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FB61A8A6-F75B-48E3-9304-6D93D7D4F73E}"/>
              </a:ext>
            </a:extLst>
          </p:cNvPr>
          <p:cNvSpPr txBox="1"/>
          <p:nvPr/>
        </p:nvSpPr>
        <p:spPr>
          <a:xfrm>
            <a:off x="6566445" y="4915176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</p:spTree>
    <p:extLst>
      <p:ext uri="{BB962C8B-B14F-4D97-AF65-F5344CB8AC3E}">
        <p14:creationId xmlns:p14="http://schemas.microsoft.com/office/powerpoint/2010/main" val="288334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8315909" y="3914755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016227" y="3497263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136787" y="3713798"/>
            <a:ext cx="748422" cy="221711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60541C3F-5C12-49F5-A6EE-352A718858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509326" y="4200486"/>
            <a:ext cx="748422" cy="22171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DBA0EB6A-77DD-4F4C-BB63-447AC1172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5574332" y="4144005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718889" y="1358356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678940" y="3236286"/>
            <a:ext cx="17475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>
            <a:extLst>
              <a:ext uri="{FF2B5EF4-FFF2-40B4-BE49-F238E27FC236}">
                <a16:creationId xmlns:a16="http://schemas.microsoft.com/office/drawing/2014/main" id="{EEEC7CDD-DA72-46BA-B6BE-8E9A976D3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58780" y="2004328"/>
            <a:ext cx="894080" cy="821806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912860" y="2303472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306878" y="2445712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003545" y="2598112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 16">
            <a:extLst>
              <a:ext uri="{FF2B5EF4-FFF2-40B4-BE49-F238E27FC236}">
                <a16:creationId xmlns:a16="http://schemas.microsoft.com/office/drawing/2014/main" id="{196F90B8-4FF9-4236-9D28-A50E5A762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29344" flipH="1">
            <a:off x="10669936" y="3711053"/>
            <a:ext cx="778065" cy="771471"/>
          </a:xfrm>
          <a:prstGeom prst="roundRect">
            <a:avLst>
              <a:gd name="adj" fmla="val 50000"/>
            </a:avLst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8943340" y="4016702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003545" y="4144005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7150100" y="4292292"/>
            <a:ext cx="35001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8943340" y="3884622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150100" y="1510956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62123" y="2233619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605021" y="2054432"/>
            <a:ext cx="536328" cy="1018860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886679A-FA50-4740-AAC4-D3774B8A20B6}"/>
              </a:ext>
            </a:extLst>
          </p:cNvPr>
          <p:cNvCxnSpPr>
            <a:cxnSpLocks/>
          </p:cNvCxnSpPr>
          <p:nvPr/>
        </p:nvCxnSpPr>
        <p:spPr>
          <a:xfrm flipV="1">
            <a:off x="3406140" y="3236086"/>
            <a:ext cx="0" cy="10299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75660" y="4266025"/>
            <a:ext cx="23063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age 52">
            <a:extLst>
              <a:ext uri="{FF2B5EF4-FFF2-40B4-BE49-F238E27FC236}">
                <a16:creationId xmlns:a16="http://schemas.microsoft.com/office/drawing/2014/main" id="{618484DE-1D22-4BFB-BB78-B516CC084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153245" y="4752398"/>
            <a:ext cx="496384" cy="638208"/>
          </a:xfrm>
          <a:prstGeom prst="rect">
            <a:avLst/>
          </a:prstGeom>
        </p:spPr>
      </p:pic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3173675-FC7F-4DBE-BD10-95C91B94E1AC}"/>
              </a:ext>
            </a:extLst>
          </p:cNvPr>
          <p:cNvSpPr/>
          <p:nvPr/>
        </p:nvSpPr>
        <p:spPr>
          <a:xfrm>
            <a:off x="6267450" y="4279356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152C35AD-306A-4842-94DF-82CC1AA96EE9}"/>
              </a:ext>
            </a:extLst>
          </p:cNvPr>
          <p:cNvSpPr/>
          <p:nvPr/>
        </p:nvSpPr>
        <p:spPr>
          <a:xfrm rot="11459514">
            <a:off x="6488443" y="4309454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2598112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829930" y="3476618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776524" y="3807759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775200" y="2158456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863238" y="3497905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4A4033A7-2427-42BE-83C0-20A3E13602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731733" y="2844079"/>
            <a:ext cx="225983" cy="771699"/>
          </a:xfrm>
          <a:prstGeom prst="rect">
            <a:avLst/>
          </a:prstGeom>
        </p:spPr>
      </p:pic>
      <p:pic>
        <p:nvPicPr>
          <p:cNvPr id="85" name="Image 84">
            <a:extLst>
              <a:ext uri="{FF2B5EF4-FFF2-40B4-BE49-F238E27FC236}">
                <a16:creationId xmlns:a16="http://schemas.microsoft.com/office/drawing/2014/main" id="{5A483478-6774-4FB4-885C-CBDFCFEC827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037108" y="2666837"/>
            <a:ext cx="225983" cy="771699"/>
          </a:xfrm>
          <a:prstGeom prst="rect">
            <a:avLst/>
          </a:prstGeom>
        </p:spPr>
      </p:pic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7150100" y="1510956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7150100" y="2445712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7150100" y="3438536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649629" y="3586635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431367" y="2137289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041322" y="2128823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  <a:stCxn id="108" idx="2"/>
          </p:cNvCxnSpPr>
          <p:nvPr/>
        </p:nvCxnSpPr>
        <p:spPr>
          <a:xfrm>
            <a:off x="8831881" y="3599298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Image 107">
            <a:extLst>
              <a:ext uri="{FF2B5EF4-FFF2-40B4-BE49-F238E27FC236}">
                <a16:creationId xmlns:a16="http://schemas.microsoft.com/office/drawing/2014/main" id="{05FFE692-C563-4E75-818C-E3AFC5EB431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8718889" y="2827599"/>
            <a:ext cx="225983" cy="771699"/>
          </a:xfrm>
          <a:prstGeom prst="rect">
            <a:avLst/>
          </a:prstGeom>
        </p:spPr>
      </p:pic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8718889" y="1350819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  <a:stCxn id="108" idx="0"/>
          </p:cNvCxnSpPr>
          <p:nvPr/>
        </p:nvCxnSpPr>
        <p:spPr>
          <a:xfrm flipV="1">
            <a:off x="8831881" y="2317814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062" y="0"/>
            <a:ext cx="2651957" cy="2308291"/>
          </a:xfrm>
          <a:prstGeom prst="rect">
            <a:avLst/>
          </a:prstGeom>
        </p:spPr>
      </p:pic>
      <p:sp>
        <p:nvSpPr>
          <p:cNvPr id="143" name="ZoneTexte 142">
            <a:extLst>
              <a:ext uri="{FF2B5EF4-FFF2-40B4-BE49-F238E27FC236}">
                <a16:creationId xmlns:a16="http://schemas.microsoft.com/office/drawing/2014/main" id="{6341568B-7ACA-4DB1-831C-D7B4AA7B9635}"/>
              </a:ext>
            </a:extLst>
          </p:cNvPr>
          <p:cNvSpPr txBox="1"/>
          <p:nvPr/>
        </p:nvSpPr>
        <p:spPr>
          <a:xfrm>
            <a:off x="6551554" y="4941779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25572" y="269071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30456" y="325999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0765844" y="1125053"/>
            <a:ext cx="87395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Nappe vidéo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81587" y="2137289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428515" y="3727456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C241997E-4052-4DDC-98CC-6425C592FAFD}"/>
              </a:ext>
            </a:extLst>
          </p:cNvPr>
          <p:cNvSpPr txBox="1"/>
          <p:nvPr/>
        </p:nvSpPr>
        <p:spPr>
          <a:xfrm>
            <a:off x="642813" y="1904230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FF0BA215-A913-4002-B465-BE7E8D601FB8}"/>
              </a:ext>
            </a:extLst>
          </p:cNvPr>
          <p:cNvSpPr txBox="1"/>
          <p:nvPr/>
        </p:nvSpPr>
        <p:spPr>
          <a:xfrm>
            <a:off x="4137326" y="5866583"/>
            <a:ext cx="258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fonctionnement</a:t>
            </a:r>
          </a:p>
        </p:txBody>
      </p: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D32F0BBC-7931-4CDD-9B00-2627AD464E7C}"/>
              </a:ext>
            </a:extLst>
          </p:cNvPr>
          <p:cNvGrpSpPr/>
          <p:nvPr/>
        </p:nvGrpSpPr>
        <p:grpSpPr>
          <a:xfrm>
            <a:off x="3733435" y="6103472"/>
            <a:ext cx="3202355" cy="691807"/>
            <a:chOff x="1275049" y="5975236"/>
            <a:chExt cx="3202355" cy="691807"/>
          </a:xfrm>
        </p:grpSpPr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014A79F0-EFEA-46FA-A8C8-D383FEF5B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43323" y="6176369"/>
              <a:ext cx="1134081" cy="284959"/>
            </a:xfrm>
            <a:prstGeom prst="rect">
              <a:avLst/>
            </a:prstGeom>
          </p:spPr>
        </p:pic>
        <p:pic>
          <p:nvPicPr>
            <p:cNvPr id="78" name="Image 77">
              <a:extLst>
                <a:ext uri="{FF2B5EF4-FFF2-40B4-BE49-F238E27FC236}">
                  <a16:creationId xmlns:a16="http://schemas.microsoft.com/office/drawing/2014/main" id="{52BDC54E-CE88-4745-B8B7-ACD1DAAAEE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19579" t="43091" r="36315" b="43004"/>
            <a:stretch/>
          </p:blipFill>
          <p:spPr>
            <a:xfrm>
              <a:off x="1275049" y="5975236"/>
              <a:ext cx="2197653" cy="691807"/>
            </a:xfrm>
            <a:prstGeom prst="rect">
              <a:avLst/>
            </a:prstGeom>
          </p:spPr>
        </p:pic>
      </p:grpSp>
      <p:sp>
        <p:nvSpPr>
          <p:cNvPr id="79" name="ZoneTexte 78">
            <a:extLst>
              <a:ext uri="{FF2B5EF4-FFF2-40B4-BE49-F238E27FC236}">
                <a16:creationId xmlns:a16="http://schemas.microsoft.com/office/drawing/2014/main" id="{8F1C8F38-1FD9-4F8A-82E2-A0DA296B6343}"/>
              </a:ext>
            </a:extLst>
          </p:cNvPr>
          <p:cNvSpPr txBox="1"/>
          <p:nvPr/>
        </p:nvSpPr>
        <p:spPr>
          <a:xfrm>
            <a:off x="491888" y="5840653"/>
            <a:ext cx="170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charge</a:t>
            </a:r>
          </a:p>
        </p:txBody>
      </p: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413239AA-3CE5-42B4-91BE-7CB8BDFA616C}"/>
              </a:ext>
            </a:extLst>
          </p:cNvPr>
          <p:cNvGrpSpPr/>
          <p:nvPr/>
        </p:nvGrpSpPr>
        <p:grpSpPr>
          <a:xfrm>
            <a:off x="366386" y="6094787"/>
            <a:ext cx="3258793" cy="691807"/>
            <a:chOff x="7181376" y="5852875"/>
            <a:chExt cx="3258793" cy="691807"/>
          </a:xfrm>
        </p:grpSpPr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2AE4576-937C-49B7-A275-FCEDC4B562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344808" y="6082013"/>
              <a:ext cx="1095361" cy="233529"/>
            </a:xfrm>
            <a:prstGeom prst="rect">
              <a:avLst/>
            </a:prstGeom>
          </p:spPr>
        </p:pic>
        <p:pic>
          <p:nvPicPr>
            <p:cNvPr id="82" name="Image 81">
              <a:extLst>
                <a:ext uri="{FF2B5EF4-FFF2-40B4-BE49-F238E27FC236}">
                  <a16:creationId xmlns:a16="http://schemas.microsoft.com/office/drawing/2014/main" id="{FC51D261-CC6D-4334-83DD-8C5A31677EC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19579" t="43091" r="36315" b="43004"/>
            <a:stretch/>
          </p:blipFill>
          <p:spPr>
            <a:xfrm>
              <a:off x="7181376" y="5852875"/>
              <a:ext cx="2197653" cy="691807"/>
            </a:xfrm>
            <a:prstGeom prst="rect">
              <a:avLst/>
            </a:prstGeom>
          </p:spPr>
        </p:pic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C36B5C7E-CC9D-441C-9B11-08F3A95D7BBB}"/>
              </a:ext>
            </a:extLst>
          </p:cNvPr>
          <p:cNvSpPr txBox="1"/>
          <p:nvPr/>
        </p:nvSpPr>
        <p:spPr>
          <a:xfrm>
            <a:off x="8153167" y="5814285"/>
            <a:ext cx="2466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800" dirty="0"/>
              <a:t>KOSMOS </a:t>
            </a:r>
            <a:r>
              <a:rPr lang="fr-FR" sz="2800" dirty="0" err="1"/>
              <a:t>stereo</a:t>
            </a:r>
            <a:endParaRPr lang="fr-FR" sz="2800" dirty="0"/>
          </a:p>
        </p:txBody>
      </p:sp>
      <p:pic>
        <p:nvPicPr>
          <p:cNvPr id="90" name="Image 89">
            <a:extLst>
              <a:ext uri="{FF2B5EF4-FFF2-40B4-BE49-F238E27FC236}">
                <a16:creationId xmlns:a16="http://schemas.microsoft.com/office/drawing/2014/main" id="{9F84DEC4-A5B0-4D5C-AD5B-41FBA85BD78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sp>
        <p:nvSpPr>
          <p:cNvPr id="91" name="ZoneTexte 90">
            <a:extLst>
              <a:ext uri="{FF2B5EF4-FFF2-40B4-BE49-F238E27FC236}">
                <a16:creationId xmlns:a16="http://schemas.microsoft.com/office/drawing/2014/main" id="{D985247E-3E28-4E82-AED8-914142AE06E9}"/>
              </a:ext>
            </a:extLst>
          </p:cNvPr>
          <p:cNvSpPr txBox="1"/>
          <p:nvPr/>
        </p:nvSpPr>
        <p:spPr>
          <a:xfrm>
            <a:off x="2347100" y="1037673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cxnSp>
        <p:nvCxnSpPr>
          <p:cNvPr id="94" name="Connecteur droit 93">
            <a:extLst>
              <a:ext uri="{FF2B5EF4-FFF2-40B4-BE49-F238E27FC236}">
                <a16:creationId xmlns:a16="http://schemas.microsoft.com/office/drawing/2014/main" id="{C017CE2C-ACA7-49D9-81AC-C5176CF6B61B}"/>
              </a:ext>
            </a:extLst>
          </p:cNvPr>
          <p:cNvCxnSpPr>
            <a:cxnSpLocks/>
          </p:cNvCxnSpPr>
          <p:nvPr/>
        </p:nvCxnSpPr>
        <p:spPr>
          <a:xfrm flipH="1" flipV="1">
            <a:off x="2989504" y="3045116"/>
            <a:ext cx="971740" cy="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5" name="Image 94">
            <a:extLst>
              <a:ext uri="{FF2B5EF4-FFF2-40B4-BE49-F238E27FC236}">
                <a16:creationId xmlns:a16="http://schemas.microsoft.com/office/drawing/2014/main" id="{7C6626BA-C3B4-4B62-990D-77B1DC839FD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6200000">
            <a:off x="2383673" y="2293215"/>
            <a:ext cx="748422" cy="223720"/>
          </a:xfrm>
          <a:prstGeom prst="rect">
            <a:avLst/>
          </a:prstGeom>
        </p:spPr>
      </p:pic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1E8132B3-EF37-4C81-8D94-ECC367D5F444}"/>
              </a:ext>
            </a:extLst>
          </p:cNvPr>
          <p:cNvCxnSpPr>
            <a:cxnSpLocks/>
          </p:cNvCxnSpPr>
          <p:nvPr/>
        </p:nvCxnSpPr>
        <p:spPr>
          <a:xfrm>
            <a:off x="2769832" y="2669043"/>
            <a:ext cx="0" cy="3938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8" name="Image 97">
            <a:extLst>
              <a:ext uri="{FF2B5EF4-FFF2-40B4-BE49-F238E27FC236}">
                <a16:creationId xmlns:a16="http://schemas.microsoft.com/office/drawing/2014/main" id="{F306BC41-71DC-4254-B235-4C8944EA5F7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6200000">
            <a:off x="2615293" y="2296765"/>
            <a:ext cx="748422" cy="223720"/>
          </a:xfrm>
          <a:prstGeom prst="rect">
            <a:avLst/>
          </a:prstGeom>
        </p:spPr>
      </p:pic>
      <p:cxnSp>
        <p:nvCxnSpPr>
          <p:cNvPr id="99" name="Connecteur droit 98">
            <a:extLst>
              <a:ext uri="{FF2B5EF4-FFF2-40B4-BE49-F238E27FC236}">
                <a16:creationId xmlns:a16="http://schemas.microsoft.com/office/drawing/2014/main" id="{4549F137-6025-4596-9C92-54881D83CEB7}"/>
              </a:ext>
            </a:extLst>
          </p:cNvPr>
          <p:cNvCxnSpPr>
            <a:cxnSpLocks/>
          </p:cNvCxnSpPr>
          <p:nvPr/>
        </p:nvCxnSpPr>
        <p:spPr>
          <a:xfrm>
            <a:off x="3001452" y="2672593"/>
            <a:ext cx="0" cy="39382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1" name="Image 100">
            <a:extLst>
              <a:ext uri="{FF2B5EF4-FFF2-40B4-BE49-F238E27FC236}">
                <a16:creationId xmlns:a16="http://schemas.microsoft.com/office/drawing/2014/main" id="{B822661E-12EE-43C0-87E7-35F166F10AE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4236" y="1257828"/>
            <a:ext cx="496384" cy="638208"/>
          </a:xfrm>
          <a:prstGeom prst="rect">
            <a:avLst/>
          </a:prstGeom>
        </p:spPr>
      </p:pic>
      <p:sp>
        <p:nvSpPr>
          <p:cNvPr id="102" name="Forme libre : forme 101">
            <a:extLst>
              <a:ext uri="{FF2B5EF4-FFF2-40B4-BE49-F238E27FC236}">
                <a16:creationId xmlns:a16="http://schemas.microsoft.com/office/drawing/2014/main" id="{DDF42E0C-6000-463D-B57A-F0710D7C0D83}"/>
              </a:ext>
            </a:extLst>
          </p:cNvPr>
          <p:cNvSpPr/>
          <p:nvPr/>
        </p:nvSpPr>
        <p:spPr>
          <a:xfrm rot="21243881" flipH="1">
            <a:off x="2766772" y="1846396"/>
            <a:ext cx="45719" cy="244868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9" name="Forme libre : forme 108">
            <a:extLst>
              <a:ext uri="{FF2B5EF4-FFF2-40B4-BE49-F238E27FC236}">
                <a16:creationId xmlns:a16="http://schemas.microsoft.com/office/drawing/2014/main" id="{B44B9068-816E-485E-946E-D189CF407AD2}"/>
              </a:ext>
            </a:extLst>
          </p:cNvPr>
          <p:cNvSpPr/>
          <p:nvPr/>
        </p:nvSpPr>
        <p:spPr>
          <a:xfrm rot="9899622" flipH="1">
            <a:off x="2970112" y="1827148"/>
            <a:ext cx="45719" cy="244868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0" name="Connecteur droit 109">
            <a:extLst>
              <a:ext uri="{FF2B5EF4-FFF2-40B4-BE49-F238E27FC236}">
                <a16:creationId xmlns:a16="http://schemas.microsoft.com/office/drawing/2014/main" id="{C4E77386-39B6-46D0-953D-18F76C3CE01E}"/>
              </a:ext>
            </a:extLst>
          </p:cNvPr>
          <p:cNvCxnSpPr>
            <a:cxnSpLocks/>
          </p:cNvCxnSpPr>
          <p:nvPr/>
        </p:nvCxnSpPr>
        <p:spPr>
          <a:xfrm flipH="1" flipV="1">
            <a:off x="1930235" y="3039676"/>
            <a:ext cx="867918" cy="544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20913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55</Words>
  <Application>Microsoft Office PowerPoint</Application>
  <PresentationFormat>Grand écran</PresentationFormat>
  <Paragraphs>36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</cp:lastModifiedBy>
  <cp:revision>17</cp:revision>
  <dcterms:created xsi:type="dcterms:W3CDTF">2025-12-18T17:46:54Z</dcterms:created>
  <dcterms:modified xsi:type="dcterms:W3CDTF">2026-01-22T09:53:57Z</dcterms:modified>
</cp:coreProperties>
</file>