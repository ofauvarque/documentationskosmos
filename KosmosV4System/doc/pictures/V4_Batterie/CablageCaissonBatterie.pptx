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1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33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02CF0-8CC4-4C11-BCD6-391DE5A56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885FA4-226C-4A93-ACB9-6961E043B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852FF2-7A08-433D-8E1D-790AC1FF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5D91CE-3F72-40B8-8A07-CDF92C27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1BBD72-AB73-48D1-8B9B-55792B26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27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7003E-D4B4-48CA-BB2F-F45CAAD9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07AA9-BE1A-4693-96E9-4B79D4F7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69C4AC-ACDE-475B-88D8-6E921BDF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9C1417-5016-4E61-AF1E-1DE35D20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7C0DC1-3B62-4FD5-B5A1-89042F05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4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4828D-9F65-4FF9-AA7B-FAC2199A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EF2F66-0A3E-46F5-B8A5-12915DE0D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2B4D0-A114-4BC1-8419-D86B6D6A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A8BD1-AF0D-489A-AEF0-AAB75C8A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7BDB9-8582-43B2-A50C-C94358B5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53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7FCCB-96C4-4997-B636-CB0B6E69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2BCDED-6E03-419F-8F1E-EBDA5C7C7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B9A0D1-C305-43E9-AB47-56BBBF210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EB8210-B52E-4034-948B-CD9CC123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8FF59C-4B85-4D9B-9F66-5A420688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43621-23ED-4508-A221-80AE0EB9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78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510E3C-41E5-47D0-BD3D-CB48FDCF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5A7395-CC71-47B7-91DC-966D10CA2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0BFB69-D889-4633-A536-4D5B57B56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8291F4-487D-4ADE-BA6E-CF765DF40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F4CBDB-E653-4D34-8958-0E84F8972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8E1E08-7EB1-4C38-829A-CC787855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87E2DE0-325D-4C89-948D-64154ACF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81B98A-7F1C-4419-AB6C-566EBA26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92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EEB557-DD1A-43A5-9003-11BD7474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1940F2-3645-48BE-A5BE-FD87D88D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A479B1-C7D7-4150-A871-B7CCA4FD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4EEE2A-34AA-4839-B923-ACEC9AD8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52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ADC5413-580D-4AD5-AD4A-BD9CE300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57C742-C47F-470C-ADEF-AB6D5488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E9EAA1-C48C-40DB-9962-1892444B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80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21DDC-4A89-4AFA-9B09-6ABEA12C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5403EB-F539-499D-8720-8AB598E3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825D9E-DF52-42B7-9E52-76DD9A5A1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A17405-CBAD-4D98-809D-F306D3E8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40BA8E-74DC-4705-B7BA-4F3A9358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5ECC93-1B12-4240-8BD5-7DC3D4D7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35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FBB17B-4EB7-4E7B-B686-810CF6F8F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61D8E6-CE36-4698-896B-EDDFE5C6C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9C5F05-5A4B-4BAB-A19E-C88E52778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90695E-8A94-407F-9262-A111270C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EFAEBD-CA63-419E-8188-C68381A4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0CC8D8-B05C-4628-ABF5-64387DBF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40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7337D-C1CB-439D-96C0-65141615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AE3785-7353-4B0B-B4DA-4B82D2C45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3EFBD7-BBFD-4D36-A3B5-75AD9016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B97178-3384-4724-B32D-0CA49F04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457D6C-A057-4279-92BB-77CBD7FC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6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377D961-1932-4015-9B34-77A077BC7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5CE96B-FAA7-4E4F-9034-6DA0B2635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FAAD19-426A-46F4-9CF7-1DD3067C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1F64D6-CE66-482D-86B2-41B1B0BB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CF31AB-3970-4309-8857-108CF558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32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1482EFE-F7FB-4B82-A6D7-ED32DE91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44516E-08DA-4586-BD35-16D8EF0C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561784-D65A-4D50-85B7-BFD78EA2E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28E84-A7D2-4159-A0E1-378114FD4EA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FBFF5A-0075-4EA5-B4E3-99B3DCDA6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91DF05-B1CD-4C1E-A527-41C0B479A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72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10" Type="http://schemas.openxmlformats.org/officeDocument/2006/relationships/image" Target="../media/image9.tmp"/><Relationship Id="rId4" Type="http://schemas.openxmlformats.org/officeDocument/2006/relationships/image" Target="../media/image3.tmp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11" Type="http://schemas.openxmlformats.org/officeDocument/2006/relationships/image" Target="../media/image9.tmp"/><Relationship Id="rId5" Type="http://schemas.openxmlformats.org/officeDocument/2006/relationships/image" Target="../media/image4.tmp"/><Relationship Id="rId10" Type="http://schemas.openxmlformats.org/officeDocument/2006/relationships/image" Target="../media/image8.png"/><Relationship Id="rId4" Type="http://schemas.openxmlformats.org/officeDocument/2006/relationships/image" Target="../media/image3.tmp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104">
            <a:extLst>
              <a:ext uri="{FF2B5EF4-FFF2-40B4-BE49-F238E27FC236}">
                <a16:creationId xmlns:a16="http://schemas.microsoft.com/office/drawing/2014/main" id="{C7E23AF3-C793-44EE-B6CF-4435164EB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8315909" y="3914755"/>
            <a:ext cx="748422" cy="221711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68F2C9B7-5F5F-4080-BFB8-C96F7243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016227" y="3497263"/>
            <a:ext cx="748422" cy="221711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64DD4491-08BB-411A-8D40-4932CC752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136787" y="3713798"/>
            <a:ext cx="748422" cy="221711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0541C3F-5C12-49F5-A6EE-352A718858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509326" y="4200486"/>
            <a:ext cx="748422" cy="221711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DBA0EB6A-77DD-4F4C-BB63-447AC1172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5574332" y="4144005"/>
            <a:ext cx="748422" cy="22171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2AB34D13-8A10-44F2-A5DB-7B5A162CB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3855079" y="2933256"/>
            <a:ext cx="748422" cy="2237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C0A3F14-732F-46BF-815F-3DBF57308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01993" flipH="1">
            <a:off x="10589260" y="1059212"/>
            <a:ext cx="894080" cy="82180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7509BB4-7BE7-49E9-B486-751D9B82F055}"/>
              </a:ext>
            </a:extLst>
          </p:cNvPr>
          <p:cNvCxnSpPr>
            <a:cxnSpLocks/>
          </p:cNvCxnSpPr>
          <p:nvPr/>
        </p:nvCxnSpPr>
        <p:spPr>
          <a:xfrm flipH="1">
            <a:off x="8718889" y="1358356"/>
            <a:ext cx="1900851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0856D-06D6-42A9-8E38-941C19B8E425}"/>
              </a:ext>
            </a:extLst>
          </p:cNvPr>
          <p:cNvCxnSpPr>
            <a:cxnSpLocks/>
          </p:cNvCxnSpPr>
          <p:nvPr/>
        </p:nvCxnSpPr>
        <p:spPr>
          <a:xfrm flipH="1">
            <a:off x="1678940" y="3236286"/>
            <a:ext cx="17475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EEEC7CDD-DA72-46BA-B6BE-8E9A976D3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01993" flipH="1">
            <a:off x="10558780" y="2004328"/>
            <a:ext cx="894080" cy="821806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8624286-D664-424B-AABA-9F9FF68F8D3A}"/>
              </a:ext>
            </a:extLst>
          </p:cNvPr>
          <p:cNvCxnSpPr/>
          <p:nvPr/>
        </p:nvCxnSpPr>
        <p:spPr>
          <a:xfrm flipH="1">
            <a:off x="8912860" y="2303472"/>
            <a:ext cx="17068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2B084-869C-4E1E-B0B7-FD489E21DE3A}"/>
              </a:ext>
            </a:extLst>
          </p:cNvPr>
          <p:cNvCxnSpPr>
            <a:cxnSpLocks/>
          </p:cNvCxnSpPr>
          <p:nvPr/>
        </p:nvCxnSpPr>
        <p:spPr>
          <a:xfrm flipH="1">
            <a:off x="7306878" y="2445712"/>
            <a:ext cx="33128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47F3939-53F1-4E12-BACF-48EF99E7D345}"/>
              </a:ext>
            </a:extLst>
          </p:cNvPr>
          <p:cNvCxnSpPr>
            <a:cxnSpLocks/>
          </p:cNvCxnSpPr>
          <p:nvPr/>
        </p:nvCxnSpPr>
        <p:spPr>
          <a:xfrm flipH="1">
            <a:off x="8003545" y="2598112"/>
            <a:ext cx="261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196F90B8-4FF9-4236-9D28-A50E5A762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29344" flipH="1">
            <a:off x="10669936" y="3711053"/>
            <a:ext cx="778065" cy="771471"/>
          </a:xfrm>
          <a:prstGeom prst="roundRect">
            <a:avLst>
              <a:gd name="adj" fmla="val 50000"/>
            </a:avLst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913F0-CEA9-4837-87AA-AABD23DF1447}"/>
              </a:ext>
            </a:extLst>
          </p:cNvPr>
          <p:cNvCxnSpPr>
            <a:cxnSpLocks/>
          </p:cNvCxnSpPr>
          <p:nvPr/>
        </p:nvCxnSpPr>
        <p:spPr>
          <a:xfrm flipH="1">
            <a:off x="8943340" y="4016702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92D8313-7B6F-4D13-A7B3-63BFAC7A59E4}"/>
              </a:ext>
            </a:extLst>
          </p:cNvPr>
          <p:cNvCxnSpPr>
            <a:cxnSpLocks/>
          </p:cNvCxnSpPr>
          <p:nvPr/>
        </p:nvCxnSpPr>
        <p:spPr>
          <a:xfrm flipH="1" flipV="1">
            <a:off x="8003545" y="4144005"/>
            <a:ext cx="2646675" cy="149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C32680-36A6-4C89-8001-05DAD53A5FAA}"/>
              </a:ext>
            </a:extLst>
          </p:cNvPr>
          <p:cNvCxnSpPr>
            <a:cxnSpLocks/>
          </p:cNvCxnSpPr>
          <p:nvPr/>
        </p:nvCxnSpPr>
        <p:spPr>
          <a:xfrm flipH="1">
            <a:off x="7150100" y="4292292"/>
            <a:ext cx="35001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334C6EF-9785-4D88-B38D-DF89AF509FDB}"/>
              </a:ext>
            </a:extLst>
          </p:cNvPr>
          <p:cNvCxnSpPr>
            <a:cxnSpLocks/>
          </p:cNvCxnSpPr>
          <p:nvPr/>
        </p:nvCxnSpPr>
        <p:spPr>
          <a:xfrm flipH="1">
            <a:off x="8943340" y="3884622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0ECF7E41-52A5-4DCA-9DF6-82E636757166}"/>
              </a:ext>
            </a:extLst>
          </p:cNvPr>
          <p:cNvCxnSpPr>
            <a:cxnSpLocks/>
          </p:cNvCxnSpPr>
          <p:nvPr/>
        </p:nvCxnSpPr>
        <p:spPr>
          <a:xfrm flipH="1">
            <a:off x="7150100" y="1510956"/>
            <a:ext cx="346964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71F5A2F9-F267-4BBA-8DE7-37DFA8538DA5}"/>
              </a:ext>
            </a:extLst>
          </p:cNvPr>
          <p:cNvCxnSpPr>
            <a:cxnSpLocks/>
          </p:cNvCxnSpPr>
          <p:nvPr/>
        </p:nvCxnSpPr>
        <p:spPr>
          <a:xfrm flipH="1">
            <a:off x="7857041" y="1663356"/>
            <a:ext cx="27626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AD5D23C-688A-425A-A342-06F5C6A12CC2}"/>
              </a:ext>
            </a:extLst>
          </p:cNvPr>
          <p:cNvCxnSpPr>
            <a:cxnSpLocks/>
          </p:cNvCxnSpPr>
          <p:nvPr/>
        </p:nvCxnSpPr>
        <p:spPr>
          <a:xfrm flipH="1">
            <a:off x="1343660" y="3045116"/>
            <a:ext cx="145280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F4616C2A-2E04-43A4-AE9D-1AC4E4DD37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2123" y="2233619"/>
            <a:ext cx="1600282" cy="1739989"/>
          </a:xfrm>
          <a:prstGeom prst="roundRect">
            <a:avLst>
              <a:gd name="adj" fmla="val 30000"/>
            </a:avLst>
          </a:prstGeom>
        </p:spPr>
      </p:pic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28A8A365-14FF-47E3-962B-E6C79B23D86D}"/>
              </a:ext>
            </a:extLst>
          </p:cNvPr>
          <p:cNvSpPr/>
          <p:nvPr/>
        </p:nvSpPr>
        <p:spPr>
          <a:xfrm>
            <a:off x="4605021" y="2054432"/>
            <a:ext cx="536328" cy="1018860"/>
          </a:xfrm>
          <a:custGeom>
            <a:avLst/>
            <a:gdLst>
              <a:gd name="connsiteX0" fmla="*/ 0 w 559451"/>
              <a:gd name="connsiteY0" fmla="*/ 853440 h 871656"/>
              <a:gd name="connsiteX1" fmla="*/ 294640 w 559451"/>
              <a:gd name="connsiteY1" fmla="*/ 802640 h 871656"/>
              <a:gd name="connsiteX2" fmla="*/ 518160 w 559451"/>
              <a:gd name="connsiteY2" fmla="*/ 294640 h 871656"/>
              <a:gd name="connsiteX3" fmla="*/ 558800 w 559451"/>
              <a:gd name="connsiteY3" fmla="*/ 0 h 87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451" h="871656">
                <a:moveTo>
                  <a:pt x="0" y="853440"/>
                </a:moveTo>
                <a:cubicBezTo>
                  <a:pt x="104140" y="874606"/>
                  <a:pt x="208280" y="895773"/>
                  <a:pt x="294640" y="802640"/>
                </a:cubicBezTo>
                <a:cubicBezTo>
                  <a:pt x="381000" y="709507"/>
                  <a:pt x="474133" y="428413"/>
                  <a:pt x="518160" y="294640"/>
                </a:cubicBezTo>
                <a:cubicBezTo>
                  <a:pt x="562187" y="160867"/>
                  <a:pt x="560493" y="80433"/>
                  <a:pt x="55880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886679A-FA50-4740-AAC4-D3774B8A20B6}"/>
              </a:ext>
            </a:extLst>
          </p:cNvPr>
          <p:cNvCxnSpPr>
            <a:cxnSpLocks/>
          </p:cNvCxnSpPr>
          <p:nvPr/>
        </p:nvCxnSpPr>
        <p:spPr>
          <a:xfrm flipV="1">
            <a:off x="3406140" y="3236086"/>
            <a:ext cx="0" cy="1029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2E21724-166F-45AD-A098-7BE1AD8F9BCB}"/>
              </a:ext>
            </a:extLst>
          </p:cNvPr>
          <p:cNvCxnSpPr>
            <a:cxnSpLocks/>
          </p:cNvCxnSpPr>
          <p:nvPr/>
        </p:nvCxnSpPr>
        <p:spPr>
          <a:xfrm flipH="1">
            <a:off x="3375660" y="4266025"/>
            <a:ext cx="23063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Image 52">
            <a:extLst>
              <a:ext uri="{FF2B5EF4-FFF2-40B4-BE49-F238E27FC236}">
                <a16:creationId xmlns:a16="http://schemas.microsoft.com/office/drawing/2014/main" id="{618484DE-1D22-4BFB-BB78-B516CC084D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53245" y="4752398"/>
            <a:ext cx="496384" cy="638208"/>
          </a:xfrm>
          <a:prstGeom prst="rect">
            <a:avLst/>
          </a:prstGeom>
        </p:spPr>
      </p:pic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E3173675-FC7F-4DBE-BD10-95C91B94E1AC}"/>
              </a:ext>
            </a:extLst>
          </p:cNvPr>
          <p:cNvSpPr/>
          <p:nvPr/>
        </p:nvSpPr>
        <p:spPr>
          <a:xfrm>
            <a:off x="6267450" y="4279356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152C35AD-306A-4842-94DF-82CC1AA96EE9}"/>
              </a:ext>
            </a:extLst>
          </p:cNvPr>
          <p:cNvSpPr/>
          <p:nvPr/>
        </p:nvSpPr>
        <p:spPr>
          <a:xfrm rot="11459514">
            <a:off x="6488443" y="4309454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36C4595F-3387-4236-AB4E-3BE7618684CC}"/>
              </a:ext>
            </a:extLst>
          </p:cNvPr>
          <p:cNvCxnSpPr>
            <a:cxnSpLocks/>
          </p:cNvCxnSpPr>
          <p:nvPr/>
        </p:nvCxnSpPr>
        <p:spPr>
          <a:xfrm flipV="1">
            <a:off x="7844725" y="1663356"/>
            <a:ext cx="12316" cy="118072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97B67730-DB5F-442E-8BF1-ACEE23A1BB71}"/>
              </a:ext>
            </a:extLst>
          </p:cNvPr>
          <p:cNvCxnSpPr>
            <a:cxnSpLocks/>
          </p:cNvCxnSpPr>
          <p:nvPr/>
        </p:nvCxnSpPr>
        <p:spPr>
          <a:xfrm flipV="1">
            <a:off x="7844725" y="2598112"/>
            <a:ext cx="158820" cy="2459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2C6C07C-DE8E-44FA-8E84-C346F94A97C4}"/>
              </a:ext>
            </a:extLst>
          </p:cNvPr>
          <p:cNvCxnSpPr>
            <a:cxnSpLocks/>
          </p:cNvCxnSpPr>
          <p:nvPr/>
        </p:nvCxnSpPr>
        <p:spPr>
          <a:xfrm flipV="1">
            <a:off x="7829930" y="3476618"/>
            <a:ext cx="0" cy="3455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A745C795-C7DF-498C-8AF7-4F3BB82D7782}"/>
              </a:ext>
            </a:extLst>
          </p:cNvPr>
          <p:cNvCxnSpPr>
            <a:cxnSpLocks/>
          </p:cNvCxnSpPr>
          <p:nvPr/>
        </p:nvCxnSpPr>
        <p:spPr>
          <a:xfrm>
            <a:off x="6776524" y="3807759"/>
            <a:ext cx="1060708" cy="143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orme libre : forme 71">
            <a:extLst>
              <a:ext uri="{FF2B5EF4-FFF2-40B4-BE49-F238E27FC236}">
                <a16:creationId xmlns:a16="http://schemas.microsoft.com/office/drawing/2014/main" id="{C71FA09F-D87B-4708-9A7C-A11190125F8E}"/>
              </a:ext>
            </a:extLst>
          </p:cNvPr>
          <p:cNvSpPr/>
          <p:nvPr/>
        </p:nvSpPr>
        <p:spPr>
          <a:xfrm>
            <a:off x="4775200" y="2158456"/>
            <a:ext cx="1416050" cy="1649638"/>
          </a:xfrm>
          <a:custGeom>
            <a:avLst/>
            <a:gdLst>
              <a:gd name="connsiteX0" fmla="*/ 1416050 w 1416050"/>
              <a:gd name="connsiteY0" fmla="*/ 1644650 h 1649638"/>
              <a:gd name="connsiteX1" fmla="*/ 704850 w 1416050"/>
              <a:gd name="connsiteY1" fmla="*/ 1485900 h 1649638"/>
              <a:gd name="connsiteX2" fmla="*/ 400050 w 1416050"/>
              <a:gd name="connsiteY2" fmla="*/ 565150 h 1649638"/>
              <a:gd name="connsiteX3" fmla="*/ 133350 w 1416050"/>
              <a:gd name="connsiteY3" fmla="*/ 527050 h 1649638"/>
              <a:gd name="connsiteX4" fmla="*/ 0 w 1416050"/>
              <a:gd name="connsiteY4" fmla="*/ 0 h 164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6050" h="1649638">
                <a:moveTo>
                  <a:pt x="1416050" y="1644650"/>
                </a:moveTo>
                <a:cubicBezTo>
                  <a:pt x="1145116" y="1655233"/>
                  <a:pt x="874183" y="1665817"/>
                  <a:pt x="704850" y="1485900"/>
                </a:cubicBezTo>
                <a:cubicBezTo>
                  <a:pt x="535517" y="1305983"/>
                  <a:pt x="495300" y="724958"/>
                  <a:pt x="400050" y="565150"/>
                </a:cubicBezTo>
                <a:cubicBezTo>
                  <a:pt x="304800" y="405342"/>
                  <a:pt x="200025" y="621242"/>
                  <a:pt x="133350" y="527050"/>
                </a:cubicBezTo>
                <a:cubicBezTo>
                  <a:pt x="66675" y="432858"/>
                  <a:pt x="33337" y="21642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B5E10073-56EA-4BC9-BAA0-D1FD681EABD4}"/>
              </a:ext>
            </a:extLst>
          </p:cNvPr>
          <p:cNvCxnSpPr>
            <a:cxnSpLocks/>
          </p:cNvCxnSpPr>
          <p:nvPr/>
        </p:nvCxnSpPr>
        <p:spPr>
          <a:xfrm flipH="1" flipV="1">
            <a:off x="7863238" y="3497905"/>
            <a:ext cx="140307" cy="6610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02A71E58-B4A9-4255-8685-EBFE545ED3A0}"/>
              </a:ext>
            </a:extLst>
          </p:cNvPr>
          <p:cNvCxnSpPr>
            <a:cxnSpLocks/>
          </p:cNvCxnSpPr>
          <p:nvPr/>
        </p:nvCxnSpPr>
        <p:spPr>
          <a:xfrm>
            <a:off x="7150100" y="1510956"/>
            <a:ext cx="0" cy="1155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B215144F-E94F-4DD5-9A01-3DA261B38660}"/>
              </a:ext>
            </a:extLst>
          </p:cNvPr>
          <p:cNvCxnSpPr>
            <a:cxnSpLocks/>
          </p:cNvCxnSpPr>
          <p:nvPr/>
        </p:nvCxnSpPr>
        <p:spPr>
          <a:xfrm flipH="1">
            <a:off x="7150100" y="2445712"/>
            <a:ext cx="170969" cy="2211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74ED8180-1177-4644-8E90-C55D6FFD0444}"/>
              </a:ext>
            </a:extLst>
          </p:cNvPr>
          <p:cNvCxnSpPr>
            <a:cxnSpLocks/>
          </p:cNvCxnSpPr>
          <p:nvPr/>
        </p:nvCxnSpPr>
        <p:spPr>
          <a:xfrm>
            <a:off x="7150100" y="3438536"/>
            <a:ext cx="0" cy="1480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2CE9D13B-7036-46E3-9489-53FB24ED0C9B}"/>
              </a:ext>
            </a:extLst>
          </p:cNvPr>
          <p:cNvCxnSpPr>
            <a:cxnSpLocks/>
          </p:cNvCxnSpPr>
          <p:nvPr/>
        </p:nvCxnSpPr>
        <p:spPr>
          <a:xfrm flipH="1" flipV="1">
            <a:off x="6649629" y="3586635"/>
            <a:ext cx="531747" cy="1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1AF56BF8-25C3-4696-8DED-6A770B515574}"/>
              </a:ext>
            </a:extLst>
          </p:cNvPr>
          <p:cNvSpPr/>
          <p:nvPr/>
        </p:nvSpPr>
        <p:spPr>
          <a:xfrm>
            <a:off x="5431367" y="2137289"/>
            <a:ext cx="626533" cy="1447800"/>
          </a:xfrm>
          <a:custGeom>
            <a:avLst/>
            <a:gdLst>
              <a:gd name="connsiteX0" fmla="*/ 626533 w 626533"/>
              <a:gd name="connsiteY0" fmla="*/ 1447800 h 1447800"/>
              <a:gd name="connsiteX1" fmla="*/ 127000 w 626533"/>
              <a:gd name="connsiteY1" fmla="*/ 965200 h 1447800"/>
              <a:gd name="connsiteX2" fmla="*/ 0 w 626533"/>
              <a:gd name="connsiteY2" fmla="*/ 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3" h="1447800">
                <a:moveTo>
                  <a:pt x="626533" y="1447800"/>
                </a:moveTo>
                <a:cubicBezTo>
                  <a:pt x="428977" y="1327150"/>
                  <a:pt x="231422" y="1206500"/>
                  <a:pt x="127000" y="965200"/>
                </a:cubicBezTo>
                <a:cubicBezTo>
                  <a:pt x="22578" y="723900"/>
                  <a:pt x="11289" y="361950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Forme libre : forme 105">
            <a:extLst>
              <a:ext uri="{FF2B5EF4-FFF2-40B4-BE49-F238E27FC236}">
                <a16:creationId xmlns:a16="http://schemas.microsoft.com/office/drawing/2014/main" id="{61602E57-839C-4875-A903-6C9F4E46F436}"/>
              </a:ext>
            </a:extLst>
          </p:cNvPr>
          <p:cNvSpPr/>
          <p:nvPr/>
        </p:nvSpPr>
        <p:spPr>
          <a:xfrm>
            <a:off x="5041322" y="2128823"/>
            <a:ext cx="3395711" cy="1867191"/>
          </a:xfrm>
          <a:custGeom>
            <a:avLst/>
            <a:gdLst>
              <a:gd name="connsiteX0" fmla="*/ 3395711 w 3395711"/>
              <a:gd name="connsiteY0" fmla="*/ 1862666 h 1867191"/>
              <a:gd name="connsiteX1" fmla="*/ 313845 w 3395711"/>
              <a:gd name="connsiteY1" fmla="*/ 1769533 h 1867191"/>
              <a:gd name="connsiteX2" fmla="*/ 119111 w 3395711"/>
              <a:gd name="connsiteY2" fmla="*/ 1202266 h 1867191"/>
              <a:gd name="connsiteX3" fmla="*/ 457778 w 3395711"/>
              <a:gd name="connsiteY3" fmla="*/ 1168400 h 1867191"/>
              <a:gd name="connsiteX4" fmla="*/ 771045 w 3395711"/>
              <a:gd name="connsiteY4" fmla="*/ 982133 h 1867191"/>
              <a:gd name="connsiteX5" fmla="*/ 779511 w 3395711"/>
              <a:gd name="connsiteY5" fmla="*/ 0 h 1867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5711" h="1867191">
                <a:moveTo>
                  <a:pt x="3395711" y="1862666"/>
                </a:moveTo>
                <a:cubicBezTo>
                  <a:pt x="2127828" y="1871133"/>
                  <a:pt x="859945" y="1879600"/>
                  <a:pt x="313845" y="1769533"/>
                </a:cubicBezTo>
                <a:cubicBezTo>
                  <a:pt x="-232255" y="1659466"/>
                  <a:pt x="95122" y="1302455"/>
                  <a:pt x="119111" y="1202266"/>
                </a:cubicBezTo>
                <a:cubicBezTo>
                  <a:pt x="143100" y="1102077"/>
                  <a:pt x="349122" y="1205089"/>
                  <a:pt x="457778" y="1168400"/>
                </a:cubicBezTo>
                <a:cubicBezTo>
                  <a:pt x="566434" y="1131711"/>
                  <a:pt x="717423" y="1176866"/>
                  <a:pt x="771045" y="982133"/>
                </a:cubicBezTo>
                <a:cubicBezTo>
                  <a:pt x="824667" y="787400"/>
                  <a:pt x="802089" y="393700"/>
                  <a:pt x="779511" y="0"/>
                </a:cubicBezTo>
              </a:path>
            </a:pathLst>
          </a:cu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899B8E25-8D34-447C-A7B2-BF8FBA402A9F}"/>
              </a:ext>
            </a:extLst>
          </p:cNvPr>
          <p:cNvCxnSpPr>
            <a:cxnSpLocks/>
          </p:cNvCxnSpPr>
          <p:nvPr/>
        </p:nvCxnSpPr>
        <p:spPr>
          <a:xfrm>
            <a:off x="8831881" y="3599298"/>
            <a:ext cx="111459" cy="285324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931B3CB8-2418-411C-BA12-B2C1AE6A9F5F}"/>
              </a:ext>
            </a:extLst>
          </p:cNvPr>
          <p:cNvCxnSpPr>
            <a:cxnSpLocks/>
          </p:cNvCxnSpPr>
          <p:nvPr/>
        </p:nvCxnSpPr>
        <p:spPr>
          <a:xfrm flipH="1" flipV="1">
            <a:off x="8718889" y="1350819"/>
            <a:ext cx="112992" cy="147678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387A5755-B86A-42A1-AE43-B2DA25EBEFAD}"/>
              </a:ext>
            </a:extLst>
          </p:cNvPr>
          <p:cNvCxnSpPr>
            <a:cxnSpLocks/>
          </p:cNvCxnSpPr>
          <p:nvPr/>
        </p:nvCxnSpPr>
        <p:spPr>
          <a:xfrm flipV="1">
            <a:off x="8831881" y="2317814"/>
            <a:ext cx="91793" cy="509785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DDBF1C9-5F4C-4EB7-9058-441DE555E83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62" y="0"/>
            <a:ext cx="2651957" cy="2308291"/>
          </a:xfrm>
          <a:prstGeom prst="rect">
            <a:avLst/>
          </a:prstGeom>
        </p:spPr>
      </p:pic>
      <p:sp>
        <p:nvSpPr>
          <p:cNvPr id="138" name="ZoneTexte 137">
            <a:extLst>
              <a:ext uri="{FF2B5EF4-FFF2-40B4-BE49-F238E27FC236}">
                <a16:creationId xmlns:a16="http://schemas.microsoft.com/office/drawing/2014/main" id="{9B1CBD1B-A930-403E-8164-33BD868AC040}"/>
              </a:ext>
            </a:extLst>
          </p:cNvPr>
          <p:cNvSpPr txBox="1"/>
          <p:nvPr/>
        </p:nvSpPr>
        <p:spPr>
          <a:xfrm>
            <a:off x="1678940" y="5913607"/>
            <a:ext cx="2588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fonctionnement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EC6F331D-3DAB-409B-B396-E6FF893B5FA2}"/>
              </a:ext>
            </a:extLst>
          </p:cNvPr>
          <p:cNvSpPr txBox="1"/>
          <p:nvPr/>
        </p:nvSpPr>
        <p:spPr>
          <a:xfrm>
            <a:off x="5141349" y="5881569"/>
            <a:ext cx="170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charge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6341568B-7ACA-4DB1-831C-D7B4AA7B9635}"/>
              </a:ext>
            </a:extLst>
          </p:cNvPr>
          <p:cNvSpPr txBox="1"/>
          <p:nvPr/>
        </p:nvSpPr>
        <p:spPr>
          <a:xfrm>
            <a:off x="2347100" y="1037673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Wago</a:t>
            </a:r>
            <a:r>
              <a:rPr lang="fr-FR" sz="1100" dirty="0"/>
              <a:t> ou domino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57E793D7-1A90-4888-B5B1-7834A16E5FB1}"/>
              </a:ext>
            </a:extLst>
          </p:cNvPr>
          <p:cNvSpPr txBox="1"/>
          <p:nvPr/>
        </p:nvSpPr>
        <p:spPr>
          <a:xfrm>
            <a:off x="1925572" y="2690719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Masse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9BA6FEE-5ED3-47F4-B047-6DF5A1541194}"/>
              </a:ext>
            </a:extLst>
          </p:cNvPr>
          <p:cNvSpPr txBox="1"/>
          <p:nvPr/>
        </p:nvSpPr>
        <p:spPr>
          <a:xfrm>
            <a:off x="2030456" y="325999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12V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2F98B45B-1449-4B17-9836-7E24EAAA9F2D}"/>
              </a:ext>
            </a:extLst>
          </p:cNvPr>
          <p:cNvSpPr txBox="1"/>
          <p:nvPr/>
        </p:nvSpPr>
        <p:spPr>
          <a:xfrm>
            <a:off x="11481588" y="1151093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4139612-895F-4F34-9220-B9D8C3C0C963}"/>
              </a:ext>
            </a:extLst>
          </p:cNvPr>
          <p:cNvSpPr txBox="1"/>
          <p:nvPr/>
        </p:nvSpPr>
        <p:spPr>
          <a:xfrm>
            <a:off x="11481587" y="2137289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FAD4E591-40BE-43DD-8835-82A0B18391E1}"/>
              </a:ext>
            </a:extLst>
          </p:cNvPr>
          <p:cNvSpPr txBox="1"/>
          <p:nvPr/>
        </p:nvSpPr>
        <p:spPr>
          <a:xfrm>
            <a:off x="11428515" y="3727456"/>
            <a:ext cx="3994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5V</a:t>
            </a:r>
          </a:p>
          <a:p>
            <a:r>
              <a:rPr lang="fr-FR" sz="1050" dirty="0"/>
              <a:t>12V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1DA837A8-2D65-4981-B191-C8F12BF7E75A}"/>
              </a:ext>
            </a:extLst>
          </p:cNvPr>
          <p:cNvSpPr txBox="1"/>
          <p:nvPr/>
        </p:nvSpPr>
        <p:spPr>
          <a:xfrm>
            <a:off x="642813" y="1904230"/>
            <a:ext cx="93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Batterie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D204A93-7831-49D4-80AD-122A75B1F4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2700" y="6294639"/>
            <a:ext cx="1134081" cy="28495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FF3942F-A6F3-4545-9028-908D2B598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3120" y="6360351"/>
            <a:ext cx="1095361" cy="233529"/>
          </a:xfrm>
          <a:prstGeom prst="rect">
            <a:avLst/>
          </a:prstGeom>
        </p:spPr>
      </p:pic>
      <p:sp>
        <p:nvSpPr>
          <p:cNvPr id="86" name="ZoneTexte 85">
            <a:extLst>
              <a:ext uri="{FF2B5EF4-FFF2-40B4-BE49-F238E27FC236}">
                <a16:creationId xmlns:a16="http://schemas.microsoft.com/office/drawing/2014/main" id="{4EA50561-5E2E-4F8E-8BE8-04F2150FD639}"/>
              </a:ext>
            </a:extLst>
          </p:cNvPr>
          <p:cNvSpPr txBox="1"/>
          <p:nvPr/>
        </p:nvSpPr>
        <p:spPr>
          <a:xfrm>
            <a:off x="8900160" y="6021329"/>
            <a:ext cx="24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KOSMOS mono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5BEF8ADB-7001-4959-9C66-88982E10E679}"/>
              </a:ext>
            </a:extLst>
          </p:cNvPr>
          <p:cNvCxnSpPr>
            <a:cxnSpLocks/>
          </p:cNvCxnSpPr>
          <p:nvPr/>
        </p:nvCxnSpPr>
        <p:spPr>
          <a:xfrm flipH="1" flipV="1">
            <a:off x="2989504" y="3045116"/>
            <a:ext cx="971740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Image 66">
            <a:extLst>
              <a:ext uri="{FF2B5EF4-FFF2-40B4-BE49-F238E27FC236}">
                <a16:creationId xmlns:a16="http://schemas.microsoft.com/office/drawing/2014/main" id="{ED1E8921-0C15-48B2-901D-E831EC5E12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6200000">
            <a:off x="2383673" y="2293215"/>
            <a:ext cx="748422" cy="223720"/>
          </a:xfrm>
          <a:prstGeom prst="rect">
            <a:avLst/>
          </a:prstGeom>
        </p:spPr>
      </p:pic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4BA7266-ACA3-44CE-80CC-73338D2685D9}"/>
              </a:ext>
            </a:extLst>
          </p:cNvPr>
          <p:cNvCxnSpPr>
            <a:cxnSpLocks/>
          </p:cNvCxnSpPr>
          <p:nvPr/>
        </p:nvCxnSpPr>
        <p:spPr>
          <a:xfrm>
            <a:off x="2769832" y="2669043"/>
            <a:ext cx="0" cy="3938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Image 68">
            <a:extLst>
              <a:ext uri="{FF2B5EF4-FFF2-40B4-BE49-F238E27FC236}">
                <a16:creationId xmlns:a16="http://schemas.microsoft.com/office/drawing/2014/main" id="{0F8B0BF2-F72C-4614-80EA-C08AEC3863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6200000">
            <a:off x="2615293" y="2296765"/>
            <a:ext cx="748422" cy="223720"/>
          </a:xfrm>
          <a:prstGeom prst="rect">
            <a:avLst/>
          </a:prstGeom>
        </p:spPr>
      </p:pic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45811063-EE63-4A87-815D-A083C978ADEE}"/>
              </a:ext>
            </a:extLst>
          </p:cNvPr>
          <p:cNvCxnSpPr>
            <a:cxnSpLocks/>
          </p:cNvCxnSpPr>
          <p:nvPr/>
        </p:nvCxnSpPr>
        <p:spPr>
          <a:xfrm>
            <a:off x="3001452" y="2672593"/>
            <a:ext cx="0" cy="3938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Image 74">
            <a:extLst>
              <a:ext uri="{FF2B5EF4-FFF2-40B4-BE49-F238E27FC236}">
                <a16:creationId xmlns:a16="http://schemas.microsoft.com/office/drawing/2014/main" id="{DCB59AB3-00CE-436A-BB36-7B14808678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236" y="1257828"/>
            <a:ext cx="496384" cy="638208"/>
          </a:xfrm>
          <a:prstGeom prst="rect">
            <a:avLst/>
          </a:prstGeom>
        </p:spPr>
      </p:pic>
      <p:sp>
        <p:nvSpPr>
          <p:cNvPr id="76" name="Forme libre : forme 75">
            <a:extLst>
              <a:ext uri="{FF2B5EF4-FFF2-40B4-BE49-F238E27FC236}">
                <a16:creationId xmlns:a16="http://schemas.microsoft.com/office/drawing/2014/main" id="{2AFB34AC-EBB0-4F49-8894-E8093CE6500C}"/>
              </a:ext>
            </a:extLst>
          </p:cNvPr>
          <p:cNvSpPr/>
          <p:nvPr/>
        </p:nvSpPr>
        <p:spPr>
          <a:xfrm rot="21243881" flipH="1">
            <a:off x="2766772" y="1846396"/>
            <a:ext cx="45719" cy="244868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Forme libre : forme 76">
            <a:extLst>
              <a:ext uri="{FF2B5EF4-FFF2-40B4-BE49-F238E27FC236}">
                <a16:creationId xmlns:a16="http://schemas.microsoft.com/office/drawing/2014/main" id="{CDFEA514-83D7-4B22-A5CA-5739E98240E4}"/>
              </a:ext>
            </a:extLst>
          </p:cNvPr>
          <p:cNvSpPr/>
          <p:nvPr/>
        </p:nvSpPr>
        <p:spPr>
          <a:xfrm rot="9899622" flipH="1">
            <a:off x="2970112" y="1827148"/>
            <a:ext cx="45719" cy="244868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FB61A8A6-F75B-48E3-9304-6D93D7D4F73E}"/>
              </a:ext>
            </a:extLst>
          </p:cNvPr>
          <p:cNvSpPr txBox="1"/>
          <p:nvPr/>
        </p:nvSpPr>
        <p:spPr>
          <a:xfrm>
            <a:off x="6566445" y="4915176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Wago</a:t>
            </a:r>
            <a:r>
              <a:rPr lang="fr-FR" sz="1100" dirty="0"/>
              <a:t> ou domino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378754-8B45-48FB-919B-CC31BD90D1D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 r="1536"/>
          <a:stretch/>
        </p:blipFill>
        <p:spPr>
          <a:xfrm rot="5400000">
            <a:off x="8433196" y="3046134"/>
            <a:ext cx="804759" cy="329239"/>
          </a:xfrm>
          <a:prstGeom prst="rect">
            <a:avLst/>
          </a:prstGeom>
        </p:spPr>
      </p:pic>
      <p:pic>
        <p:nvPicPr>
          <p:cNvPr id="79" name="Image 78">
            <a:extLst>
              <a:ext uri="{FF2B5EF4-FFF2-40B4-BE49-F238E27FC236}">
                <a16:creationId xmlns:a16="http://schemas.microsoft.com/office/drawing/2014/main" id="{7FB33706-1C7C-4976-8494-B6047FEF0D9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 r="1536"/>
          <a:stretch/>
        </p:blipFill>
        <p:spPr>
          <a:xfrm rot="5400000">
            <a:off x="7470083" y="3018090"/>
            <a:ext cx="804759" cy="329239"/>
          </a:xfrm>
          <a:prstGeom prst="rect">
            <a:avLst/>
          </a:prstGeom>
        </p:spPr>
      </p:pic>
      <p:pic>
        <p:nvPicPr>
          <p:cNvPr id="80" name="Image 79">
            <a:extLst>
              <a:ext uri="{FF2B5EF4-FFF2-40B4-BE49-F238E27FC236}">
                <a16:creationId xmlns:a16="http://schemas.microsoft.com/office/drawing/2014/main" id="{8FEAE9F1-4DE0-4C6E-A64B-72385DE5E79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 r="1536"/>
          <a:stretch/>
        </p:blipFill>
        <p:spPr>
          <a:xfrm rot="5400000">
            <a:off x="6748695" y="2873425"/>
            <a:ext cx="804759" cy="3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4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104">
            <a:extLst>
              <a:ext uri="{FF2B5EF4-FFF2-40B4-BE49-F238E27FC236}">
                <a16:creationId xmlns:a16="http://schemas.microsoft.com/office/drawing/2014/main" id="{C7E23AF3-C793-44EE-B6CF-4435164EB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8315909" y="3914755"/>
            <a:ext cx="748422" cy="221711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68F2C9B7-5F5F-4080-BFB8-C96F7243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016227" y="3497263"/>
            <a:ext cx="748422" cy="221711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64DD4491-08BB-411A-8D40-4932CC752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136787" y="3713798"/>
            <a:ext cx="748422" cy="221711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0541C3F-5C12-49F5-A6EE-352A718858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509326" y="4200486"/>
            <a:ext cx="748422" cy="221711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DBA0EB6A-77DD-4F4C-BB63-447AC1172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5574332" y="4144005"/>
            <a:ext cx="748422" cy="22171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2AB34D13-8A10-44F2-A5DB-7B5A162CB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3855079" y="2933256"/>
            <a:ext cx="748422" cy="22372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7509BB4-7BE7-49E9-B486-751D9B82F055}"/>
              </a:ext>
            </a:extLst>
          </p:cNvPr>
          <p:cNvCxnSpPr>
            <a:cxnSpLocks/>
          </p:cNvCxnSpPr>
          <p:nvPr/>
        </p:nvCxnSpPr>
        <p:spPr>
          <a:xfrm flipH="1">
            <a:off x="8718889" y="1358356"/>
            <a:ext cx="1900851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0856D-06D6-42A9-8E38-941C19B8E425}"/>
              </a:ext>
            </a:extLst>
          </p:cNvPr>
          <p:cNvCxnSpPr>
            <a:cxnSpLocks/>
          </p:cNvCxnSpPr>
          <p:nvPr/>
        </p:nvCxnSpPr>
        <p:spPr>
          <a:xfrm flipH="1">
            <a:off x="1678940" y="3236286"/>
            <a:ext cx="17475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EEEC7CDD-DA72-46BA-B6BE-8E9A976D3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01993" flipH="1">
            <a:off x="10558780" y="2004328"/>
            <a:ext cx="894080" cy="821806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8624286-D664-424B-AABA-9F9FF68F8D3A}"/>
              </a:ext>
            </a:extLst>
          </p:cNvPr>
          <p:cNvCxnSpPr/>
          <p:nvPr/>
        </p:nvCxnSpPr>
        <p:spPr>
          <a:xfrm flipH="1">
            <a:off x="8912860" y="2303472"/>
            <a:ext cx="17068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2B084-869C-4E1E-B0B7-FD489E21DE3A}"/>
              </a:ext>
            </a:extLst>
          </p:cNvPr>
          <p:cNvCxnSpPr>
            <a:cxnSpLocks/>
          </p:cNvCxnSpPr>
          <p:nvPr/>
        </p:nvCxnSpPr>
        <p:spPr>
          <a:xfrm flipH="1">
            <a:off x="7306878" y="2445712"/>
            <a:ext cx="33128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47F3939-53F1-4E12-BACF-48EF99E7D345}"/>
              </a:ext>
            </a:extLst>
          </p:cNvPr>
          <p:cNvCxnSpPr>
            <a:cxnSpLocks/>
          </p:cNvCxnSpPr>
          <p:nvPr/>
        </p:nvCxnSpPr>
        <p:spPr>
          <a:xfrm flipH="1">
            <a:off x="8003545" y="2598112"/>
            <a:ext cx="261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196F90B8-4FF9-4236-9D28-A50E5A762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29344" flipH="1">
            <a:off x="10669936" y="3711053"/>
            <a:ext cx="778065" cy="771471"/>
          </a:xfrm>
          <a:prstGeom prst="roundRect">
            <a:avLst>
              <a:gd name="adj" fmla="val 50000"/>
            </a:avLst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913F0-CEA9-4837-87AA-AABD23DF1447}"/>
              </a:ext>
            </a:extLst>
          </p:cNvPr>
          <p:cNvCxnSpPr>
            <a:cxnSpLocks/>
          </p:cNvCxnSpPr>
          <p:nvPr/>
        </p:nvCxnSpPr>
        <p:spPr>
          <a:xfrm flipH="1">
            <a:off x="8943340" y="4016702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92D8313-7B6F-4D13-A7B3-63BFAC7A59E4}"/>
              </a:ext>
            </a:extLst>
          </p:cNvPr>
          <p:cNvCxnSpPr>
            <a:cxnSpLocks/>
          </p:cNvCxnSpPr>
          <p:nvPr/>
        </p:nvCxnSpPr>
        <p:spPr>
          <a:xfrm flipH="1" flipV="1">
            <a:off x="8003545" y="4144005"/>
            <a:ext cx="2646675" cy="149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C32680-36A6-4C89-8001-05DAD53A5FAA}"/>
              </a:ext>
            </a:extLst>
          </p:cNvPr>
          <p:cNvCxnSpPr>
            <a:cxnSpLocks/>
          </p:cNvCxnSpPr>
          <p:nvPr/>
        </p:nvCxnSpPr>
        <p:spPr>
          <a:xfrm flipH="1">
            <a:off x="7150100" y="4292292"/>
            <a:ext cx="35001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334C6EF-9785-4D88-B38D-DF89AF509FDB}"/>
              </a:ext>
            </a:extLst>
          </p:cNvPr>
          <p:cNvCxnSpPr>
            <a:cxnSpLocks/>
          </p:cNvCxnSpPr>
          <p:nvPr/>
        </p:nvCxnSpPr>
        <p:spPr>
          <a:xfrm flipH="1">
            <a:off x="8943340" y="3884622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0ECF7E41-52A5-4DCA-9DF6-82E636757166}"/>
              </a:ext>
            </a:extLst>
          </p:cNvPr>
          <p:cNvCxnSpPr>
            <a:cxnSpLocks/>
          </p:cNvCxnSpPr>
          <p:nvPr/>
        </p:nvCxnSpPr>
        <p:spPr>
          <a:xfrm flipH="1">
            <a:off x="7150100" y="1510956"/>
            <a:ext cx="346964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F4616C2A-2E04-43A4-AE9D-1AC4E4DD37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2123" y="2233619"/>
            <a:ext cx="1600282" cy="1739989"/>
          </a:xfrm>
          <a:prstGeom prst="roundRect">
            <a:avLst>
              <a:gd name="adj" fmla="val 30000"/>
            </a:avLst>
          </a:prstGeom>
        </p:spPr>
      </p:pic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28A8A365-14FF-47E3-962B-E6C79B23D86D}"/>
              </a:ext>
            </a:extLst>
          </p:cNvPr>
          <p:cNvSpPr/>
          <p:nvPr/>
        </p:nvSpPr>
        <p:spPr>
          <a:xfrm>
            <a:off x="4605021" y="2054432"/>
            <a:ext cx="536328" cy="1018860"/>
          </a:xfrm>
          <a:custGeom>
            <a:avLst/>
            <a:gdLst>
              <a:gd name="connsiteX0" fmla="*/ 0 w 559451"/>
              <a:gd name="connsiteY0" fmla="*/ 853440 h 871656"/>
              <a:gd name="connsiteX1" fmla="*/ 294640 w 559451"/>
              <a:gd name="connsiteY1" fmla="*/ 802640 h 871656"/>
              <a:gd name="connsiteX2" fmla="*/ 518160 w 559451"/>
              <a:gd name="connsiteY2" fmla="*/ 294640 h 871656"/>
              <a:gd name="connsiteX3" fmla="*/ 558800 w 559451"/>
              <a:gd name="connsiteY3" fmla="*/ 0 h 87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451" h="871656">
                <a:moveTo>
                  <a:pt x="0" y="853440"/>
                </a:moveTo>
                <a:cubicBezTo>
                  <a:pt x="104140" y="874606"/>
                  <a:pt x="208280" y="895773"/>
                  <a:pt x="294640" y="802640"/>
                </a:cubicBezTo>
                <a:cubicBezTo>
                  <a:pt x="381000" y="709507"/>
                  <a:pt x="474133" y="428413"/>
                  <a:pt x="518160" y="294640"/>
                </a:cubicBezTo>
                <a:cubicBezTo>
                  <a:pt x="562187" y="160867"/>
                  <a:pt x="560493" y="80433"/>
                  <a:pt x="55880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886679A-FA50-4740-AAC4-D3774B8A20B6}"/>
              </a:ext>
            </a:extLst>
          </p:cNvPr>
          <p:cNvCxnSpPr>
            <a:cxnSpLocks/>
          </p:cNvCxnSpPr>
          <p:nvPr/>
        </p:nvCxnSpPr>
        <p:spPr>
          <a:xfrm flipV="1">
            <a:off x="3406140" y="3236086"/>
            <a:ext cx="0" cy="1029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2E21724-166F-45AD-A098-7BE1AD8F9BCB}"/>
              </a:ext>
            </a:extLst>
          </p:cNvPr>
          <p:cNvCxnSpPr>
            <a:cxnSpLocks/>
          </p:cNvCxnSpPr>
          <p:nvPr/>
        </p:nvCxnSpPr>
        <p:spPr>
          <a:xfrm flipH="1">
            <a:off x="3375660" y="4266025"/>
            <a:ext cx="23063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Image 52">
            <a:extLst>
              <a:ext uri="{FF2B5EF4-FFF2-40B4-BE49-F238E27FC236}">
                <a16:creationId xmlns:a16="http://schemas.microsoft.com/office/drawing/2014/main" id="{618484DE-1D22-4BFB-BB78-B516CC084D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53245" y="4752398"/>
            <a:ext cx="496384" cy="638208"/>
          </a:xfrm>
          <a:prstGeom prst="rect">
            <a:avLst/>
          </a:prstGeom>
        </p:spPr>
      </p:pic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E3173675-FC7F-4DBE-BD10-95C91B94E1AC}"/>
              </a:ext>
            </a:extLst>
          </p:cNvPr>
          <p:cNvSpPr/>
          <p:nvPr/>
        </p:nvSpPr>
        <p:spPr>
          <a:xfrm>
            <a:off x="6267450" y="4279356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152C35AD-306A-4842-94DF-82CC1AA96EE9}"/>
              </a:ext>
            </a:extLst>
          </p:cNvPr>
          <p:cNvSpPr/>
          <p:nvPr/>
        </p:nvSpPr>
        <p:spPr>
          <a:xfrm rot="11459514">
            <a:off x="6488443" y="4309454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97B67730-DB5F-442E-8BF1-ACEE23A1BB71}"/>
              </a:ext>
            </a:extLst>
          </p:cNvPr>
          <p:cNvCxnSpPr>
            <a:cxnSpLocks/>
          </p:cNvCxnSpPr>
          <p:nvPr/>
        </p:nvCxnSpPr>
        <p:spPr>
          <a:xfrm flipV="1">
            <a:off x="7844725" y="2598112"/>
            <a:ext cx="158820" cy="2459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2C6C07C-DE8E-44FA-8E84-C346F94A97C4}"/>
              </a:ext>
            </a:extLst>
          </p:cNvPr>
          <p:cNvCxnSpPr>
            <a:cxnSpLocks/>
          </p:cNvCxnSpPr>
          <p:nvPr/>
        </p:nvCxnSpPr>
        <p:spPr>
          <a:xfrm flipV="1">
            <a:off x="7829930" y="3476618"/>
            <a:ext cx="0" cy="3455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A745C795-C7DF-498C-8AF7-4F3BB82D7782}"/>
              </a:ext>
            </a:extLst>
          </p:cNvPr>
          <p:cNvCxnSpPr>
            <a:cxnSpLocks/>
          </p:cNvCxnSpPr>
          <p:nvPr/>
        </p:nvCxnSpPr>
        <p:spPr>
          <a:xfrm>
            <a:off x="6776524" y="3807759"/>
            <a:ext cx="1060708" cy="143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orme libre : forme 71">
            <a:extLst>
              <a:ext uri="{FF2B5EF4-FFF2-40B4-BE49-F238E27FC236}">
                <a16:creationId xmlns:a16="http://schemas.microsoft.com/office/drawing/2014/main" id="{C71FA09F-D87B-4708-9A7C-A11190125F8E}"/>
              </a:ext>
            </a:extLst>
          </p:cNvPr>
          <p:cNvSpPr/>
          <p:nvPr/>
        </p:nvSpPr>
        <p:spPr>
          <a:xfrm>
            <a:off x="4775200" y="2158456"/>
            <a:ext cx="1416050" cy="1649638"/>
          </a:xfrm>
          <a:custGeom>
            <a:avLst/>
            <a:gdLst>
              <a:gd name="connsiteX0" fmla="*/ 1416050 w 1416050"/>
              <a:gd name="connsiteY0" fmla="*/ 1644650 h 1649638"/>
              <a:gd name="connsiteX1" fmla="*/ 704850 w 1416050"/>
              <a:gd name="connsiteY1" fmla="*/ 1485900 h 1649638"/>
              <a:gd name="connsiteX2" fmla="*/ 400050 w 1416050"/>
              <a:gd name="connsiteY2" fmla="*/ 565150 h 1649638"/>
              <a:gd name="connsiteX3" fmla="*/ 133350 w 1416050"/>
              <a:gd name="connsiteY3" fmla="*/ 527050 h 1649638"/>
              <a:gd name="connsiteX4" fmla="*/ 0 w 1416050"/>
              <a:gd name="connsiteY4" fmla="*/ 0 h 164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6050" h="1649638">
                <a:moveTo>
                  <a:pt x="1416050" y="1644650"/>
                </a:moveTo>
                <a:cubicBezTo>
                  <a:pt x="1145116" y="1655233"/>
                  <a:pt x="874183" y="1665817"/>
                  <a:pt x="704850" y="1485900"/>
                </a:cubicBezTo>
                <a:cubicBezTo>
                  <a:pt x="535517" y="1305983"/>
                  <a:pt x="495300" y="724958"/>
                  <a:pt x="400050" y="565150"/>
                </a:cubicBezTo>
                <a:cubicBezTo>
                  <a:pt x="304800" y="405342"/>
                  <a:pt x="200025" y="621242"/>
                  <a:pt x="133350" y="527050"/>
                </a:cubicBezTo>
                <a:cubicBezTo>
                  <a:pt x="66675" y="432858"/>
                  <a:pt x="33337" y="21642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B5E10073-56EA-4BC9-BAA0-D1FD681EABD4}"/>
              </a:ext>
            </a:extLst>
          </p:cNvPr>
          <p:cNvCxnSpPr>
            <a:cxnSpLocks/>
          </p:cNvCxnSpPr>
          <p:nvPr/>
        </p:nvCxnSpPr>
        <p:spPr>
          <a:xfrm flipH="1" flipV="1">
            <a:off x="7863238" y="3497905"/>
            <a:ext cx="140307" cy="6610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02A71E58-B4A9-4255-8685-EBFE545ED3A0}"/>
              </a:ext>
            </a:extLst>
          </p:cNvPr>
          <p:cNvCxnSpPr>
            <a:cxnSpLocks/>
          </p:cNvCxnSpPr>
          <p:nvPr/>
        </p:nvCxnSpPr>
        <p:spPr>
          <a:xfrm>
            <a:off x="7150100" y="1510956"/>
            <a:ext cx="0" cy="1155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B215144F-E94F-4DD5-9A01-3DA261B38660}"/>
              </a:ext>
            </a:extLst>
          </p:cNvPr>
          <p:cNvCxnSpPr>
            <a:cxnSpLocks/>
          </p:cNvCxnSpPr>
          <p:nvPr/>
        </p:nvCxnSpPr>
        <p:spPr>
          <a:xfrm flipH="1">
            <a:off x="7150100" y="2445712"/>
            <a:ext cx="170969" cy="2211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74ED8180-1177-4644-8E90-C55D6FFD0444}"/>
              </a:ext>
            </a:extLst>
          </p:cNvPr>
          <p:cNvCxnSpPr>
            <a:cxnSpLocks/>
          </p:cNvCxnSpPr>
          <p:nvPr/>
        </p:nvCxnSpPr>
        <p:spPr>
          <a:xfrm>
            <a:off x="7150100" y="3438536"/>
            <a:ext cx="0" cy="1480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2CE9D13B-7036-46E3-9489-53FB24ED0C9B}"/>
              </a:ext>
            </a:extLst>
          </p:cNvPr>
          <p:cNvCxnSpPr>
            <a:cxnSpLocks/>
          </p:cNvCxnSpPr>
          <p:nvPr/>
        </p:nvCxnSpPr>
        <p:spPr>
          <a:xfrm flipH="1" flipV="1">
            <a:off x="6649629" y="3586635"/>
            <a:ext cx="531747" cy="1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1AF56BF8-25C3-4696-8DED-6A770B515574}"/>
              </a:ext>
            </a:extLst>
          </p:cNvPr>
          <p:cNvSpPr/>
          <p:nvPr/>
        </p:nvSpPr>
        <p:spPr>
          <a:xfrm>
            <a:off x="5431367" y="2137289"/>
            <a:ext cx="626533" cy="1447800"/>
          </a:xfrm>
          <a:custGeom>
            <a:avLst/>
            <a:gdLst>
              <a:gd name="connsiteX0" fmla="*/ 626533 w 626533"/>
              <a:gd name="connsiteY0" fmla="*/ 1447800 h 1447800"/>
              <a:gd name="connsiteX1" fmla="*/ 127000 w 626533"/>
              <a:gd name="connsiteY1" fmla="*/ 965200 h 1447800"/>
              <a:gd name="connsiteX2" fmla="*/ 0 w 626533"/>
              <a:gd name="connsiteY2" fmla="*/ 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3" h="1447800">
                <a:moveTo>
                  <a:pt x="626533" y="1447800"/>
                </a:moveTo>
                <a:cubicBezTo>
                  <a:pt x="428977" y="1327150"/>
                  <a:pt x="231422" y="1206500"/>
                  <a:pt x="127000" y="965200"/>
                </a:cubicBezTo>
                <a:cubicBezTo>
                  <a:pt x="22578" y="723900"/>
                  <a:pt x="11289" y="361950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Forme libre : forme 105">
            <a:extLst>
              <a:ext uri="{FF2B5EF4-FFF2-40B4-BE49-F238E27FC236}">
                <a16:creationId xmlns:a16="http://schemas.microsoft.com/office/drawing/2014/main" id="{61602E57-839C-4875-A903-6C9F4E46F436}"/>
              </a:ext>
            </a:extLst>
          </p:cNvPr>
          <p:cNvSpPr/>
          <p:nvPr/>
        </p:nvSpPr>
        <p:spPr>
          <a:xfrm>
            <a:off x="5041322" y="2128823"/>
            <a:ext cx="3395711" cy="1867191"/>
          </a:xfrm>
          <a:custGeom>
            <a:avLst/>
            <a:gdLst>
              <a:gd name="connsiteX0" fmla="*/ 3395711 w 3395711"/>
              <a:gd name="connsiteY0" fmla="*/ 1862666 h 1867191"/>
              <a:gd name="connsiteX1" fmla="*/ 313845 w 3395711"/>
              <a:gd name="connsiteY1" fmla="*/ 1769533 h 1867191"/>
              <a:gd name="connsiteX2" fmla="*/ 119111 w 3395711"/>
              <a:gd name="connsiteY2" fmla="*/ 1202266 h 1867191"/>
              <a:gd name="connsiteX3" fmla="*/ 457778 w 3395711"/>
              <a:gd name="connsiteY3" fmla="*/ 1168400 h 1867191"/>
              <a:gd name="connsiteX4" fmla="*/ 771045 w 3395711"/>
              <a:gd name="connsiteY4" fmla="*/ 982133 h 1867191"/>
              <a:gd name="connsiteX5" fmla="*/ 779511 w 3395711"/>
              <a:gd name="connsiteY5" fmla="*/ 0 h 1867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5711" h="1867191">
                <a:moveTo>
                  <a:pt x="3395711" y="1862666"/>
                </a:moveTo>
                <a:cubicBezTo>
                  <a:pt x="2127828" y="1871133"/>
                  <a:pt x="859945" y="1879600"/>
                  <a:pt x="313845" y="1769533"/>
                </a:cubicBezTo>
                <a:cubicBezTo>
                  <a:pt x="-232255" y="1659466"/>
                  <a:pt x="95122" y="1302455"/>
                  <a:pt x="119111" y="1202266"/>
                </a:cubicBezTo>
                <a:cubicBezTo>
                  <a:pt x="143100" y="1102077"/>
                  <a:pt x="349122" y="1205089"/>
                  <a:pt x="457778" y="1168400"/>
                </a:cubicBezTo>
                <a:cubicBezTo>
                  <a:pt x="566434" y="1131711"/>
                  <a:pt x="717423" y="1176866"/>
                  <a:pt x="771045" y="982133"/>
                </a:cubicBezTo>
                <a:cubicBezTo>
                  <a:pt x="824667" y="787400"/>
                  <a:pt x="802089" y="393700"/>
                  <a:pt x="779511" y="0"/>
                </a:cubicBezTo>
              </a:path>
            </a:pathLst>
          </a:cu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899B8E25-8D34-447C-A7B2-BF8FBA402A9F}"/>
              </a:ext>
            </a:extLst>
          </p:cNvPr>
          <p:cNvCxnSpPr>
            <a:cxnSpLocks/>
          </p:cNvCxnSpPr>
          <p:nvPr/>
        </p:nvCxnSpPr>
        <p:spPr>
          <a:xfrm>
            <a:off x="8831881" y="3599298"/>
            <a:ext cx="111459" cy="285324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931B3CB8-2418-411C-BA12-B2C1AE6A9F5F}"/>
              </a:ext>
            </a:extLst>
          </p:cNvPr>
          <p:cNvCxnSpPr>
            <a:cxnSpLocks/>
          </p:cNvCxnSpPr>
          <p:nvPr/>
        </p:nvCxnSpPr>
        <p:spPr>
          <a:xfrm flipH="1" flipV="1">
            <a:off x="8718889" y="1350819"/>
            <a:ext cx="112992" cy="147678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387A5755-B86A-42A1-AE43-B2DA25EBEFAD}"/>
              </a:ext>
            </a:extLst>
          </p:cNvPr>
          <p:cNvCxnSpPr>
            <a:cxnSpLocks/>
          </p:cNvCxnSpPr>
          <p:nvPr/>
        </p:nvCxnSpPr>
        <p:spPr>
          <a:xfrm flipV="1">
            <a:off x="8831881" y="2317814"/>
            <a:ext cx="91793" cy="509785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DDBF1C9-5F4C-4EB7-9058-441DE555E83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62" y="0"/>
            <a:ext cx="2651957" cy="2308291"/>
          </a:xfrm>
          <a:prstGeom prst="rect">
            <a:avLst/>
          </a:prstGeom>
        </p:spPr>
      </p:pic>
      <p:sp>
        <p:nvSpPr>
          <p:cNvPr id="143" name="ZoneTexte 142">
            <a:extLst>
              <a:ext uri="{FF2B5EF4-FFF2-40B4-BE49-F238E27FC236}">
                <a16:creationId xmlns:a16="http://schemas.microsoft.com/office/drawing/2014/main" id="{6341568B-7ACA-4DB1-831C-D7B4AA7B9635}"/>
              </a:ext>
            </a:extLst>
          </p:cNvPr>
          <p:cNvSpPr txBox="1"/>
          <p:nvPr/>
        </p:nvSpPr>
        <p:spPr>
          <a:xfrm>
            <a:off x="6551554" y="4941779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Wago</a:t>
            </a:r>
            <a:r>
              <a:rPr lang="fr-FR" sz="1100" dirty="0"/>
              <a:t> ou domino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57E793D7-1A90-4888-B5B1-7834A16E5FB1}"/>
              </a:ext>
            </a:extLst>
          </p:cNvPr>
          <p:cNvSpPr txBox="1"/>
          <p:nvPr/>
        </p:nvSpPr>
        <p:spPr>
          <a:xfrm>
            <a:off x="1925572" y="2690719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Masse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9BA6FEE-5ED3-47F4-B047-6DF5A1541194}"/>
              </a:ext>
            </a:extLst>
          </p:cNvPr>
          <p:cNvSpPr txBox="1"/>
          <p:nvPr/>
        </p:nvSpPr>
        <p:spPr>
          <a:xfrm>
            <a:off x="2030456" y="325999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12V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2F98B45B-1449-4B17-9836-7E24EAAA9F2D}"/>
              </a:ext>
            </a:extLst>
          </p:cNvPr>
          <p:cNvSpPr txBox="1"/>
          <p:nvPr/>
        </p:nvSpPr>
        <p:spPr>
          <a:xfrm>
            <a:off x="10765844" y="1125053"/>
            <a:ext cx="87395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Nappe vidéo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4139612-895F-4F34-9220-B9D8C3C0C963}"/>
              </a:ext>
            </a:extLst>
          </p:cNvPr>
          <p:cNvSpPr txBox="1"/>
          <p:nvPr/>
        </p:nvSpPr>
        <p:spPr>
          <a:xfrm>
            <a:off x="11481587" y="2137289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FAD4E591-40BE-43DD-8835-82A0B18391E1}"/>
              </a:ext>
            </a:extLst>
          </p:cNvPr>
          <p:cNvSpPr txBox="1"/>
          <p:nvPr/>
        </p:nvSpPr>
        <p:spPr>
          <a:xfrm>
            <a:off x="11428515" y="3727456"/>
            <a:ext cx="3994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5V</a:t>
            </a:r>
          </a:p>
          <a:p>
            <a:r>
              <a:rPr lang="fr-FR" sz="1050" dirty="0"/>
              <a:t>12V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241997E-4052-4DDC-98CC-6425C592FAFD}"/>
              </a:ext>
            </a:extLst>
          </p:cNvPr>
          <p:cNvSpPr txBox="1"/>
          <p:nvPr/>
        </p:nvSpPr>
        <p:spPr>
          <a:xfrm>
            <a:off x="642813" y="1904230"/>
            <a:ext cx="93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Batterie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FF0BA215-A913-4002-B465-BE7E8D601FB8}"/>
              </a:ext>
            </a:extLst>
          </p:cNvPr>
          <p:cNvSpPr txBox="1"/>
          <p:nvPr/>
        </p:nvSpPr>
        <p:spPr>
          <a:xfrm>
            <a:off x="4137326" y="5866583"/>
            <a:ext cx="2588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fonctionnement</a:t>
            </a:r>
          </a:p>
        </p:txBody>
      </p: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D32F0BBC-7931-4CDD-9B00-2627AD464E7C}"/>
              </a:ext>
            </a:extLst>
          </p:cNvPr>
          <p:cNvGrpSpPr/>
          <p:nvPr/>
        </p:nvGrpSpPr>
        <p:grpSpPr>
          <a:xfrm>
            <a:off x="3733435" y="6103472"/>
            <a:ext cx="3202355" cy="691807"/>
            <a:chOff x="1275049" y="5975236"/>
            <a:chExt cx="3202355" cy="691807"/>
          </a:xfrm>
        </p:grpSpPr>
        <p:pic>
          <p:nvPicPr>
            <p:cNvPr id="77" name="Image 76">
              <a:extLst>
                <a:ext uri="{FF2B5EF4-FFF2-40B4-BE49-F238E27FC236}">
                  <a16:creationId xmlns:a16="http://schemas.microsoft.com/office/drawing/2014/main" id="{014A79F0-EFEA-46FA-A8C8-D383FEF5B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43323" y="6176369"/>
              <a:ext cx="1134081" cy="284959"/>
            </a:xfrm>
            <a:prstGeom prst="rect">
              <a:avLst/>
            </a:prstGeom>
          </p:spPr>
        </p:pic>
        <p:pic>
          <p:nvPicPr>
            <p:cNvPr id="78" name="Image 77">
              <a:extLst>
                <a:ext uri="{FF2B5EF4-FFF2-40B4-BE49-F238E27FC236}">
                  <a16:creationId xmlns:a16="http://schemas.microsoft.com/office/drawing/2014/main" id="{52BDC54E-CE88-4745-B8B7-ACD1DAAAE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9579" t="43091" r="36315" b="43004"/>
            <a:stretch/>
          </p:blipFill>
          <p:spPr>
            <a:xfrm>
              <a:off x="1275049" y="5975236"/>
              <a:ext cx="2197653" cy="691807"/>
            </a:xfrm>
            <a:prstGeom prst="rect">
              <a:avLst/>
            </a:prstGeom>
          </p:spPr>
        </p:pic>
      </p:grpSp>
      <p:sp>
        <p:nvSpPr>
          <p:cNvPr id="79" name="ZoneTexte 78">
            <a:extLst>
              <a:ext uri="{FF2B5EF4-FFF2-40B4-BE49-F238E27FC236}">
                <a16:creationId xmlns:a16="http://schemas.microsoft.com/office/drawing/2014/main" id="{8F1C8F38-1FD9-4F8A-82E2-A0DA296B6343}"/>
              </a:ext>
            </a:extLst>
          </p:cNvPr>
          <p:cNvSpPr txBox="1"/>
          <p:nvPr/>
        </p:nvSpPr>
        <p:spPr>
          <a:xfrm>
            <a:off x="491888" y="5840653"/>
            <a:ext cx="170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charge</a:t>
            </a:r>
          </a:p>
        </p:txBody>
      </p: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413239AA-3CE5-42B4-91BE-7CB8BDFA616C}"/>
              </a:ext>
            </a:extLst>
          </p:cNvPr>
          <p:cNvGrpSpPr/>
          <p:nvPr/>
        </p:nvGrpSpPr>
        <p:grpSpPr>
          <a:xfrm>
            <a:off x="366386" y="6094787"/>
            <a:ext cx="3258793" cy="691807"/>
            <a:chOff x="7181376" y="5852875"/>
            <a:chExt cx="3258793" cy="691807"/>
          </a:xfrm>
        </p:grpSpPr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E2AE4576-937C-49B7-A275-FCEDC4B56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44808" y="6082013"/>
              <a:ext cx="1095361" cy="233529"/>
            </a:xfrm>
            <a:prstGeom prst="rect">
              <a:avLst/>
            </a:prstGeom>
          </p:spPr>
        </p:pic>
        <p:pic>
          <p:nvPicPr>
            <p:cNvPr id="82" name="Image 81">
              <a:extLst>
                <a:ext uri="{FF2B5EF4-FFF2-40B4-BE49-F238E27FC236}">
                  <a16:creationId xmlns:a16="http://schemas.microsoft.com/office/drawing/2014/main" id="{FC51D261-CC6D-4334-83DD-8C5A31677E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9579" t="43091" r="36315" b="43004"/>
            <a:stretch/>
          </p:blipFill>
          <p:spPr>
            <a:xfrm>
              <a:off x="7181376" y="5852875"/>
              <a:ext cx="2197653" cy="691807"/>
            </a:xfrm>
            <a:prstGeom prst="rect">
              <a:avLst/>
            </a:prstGeom>
          </p:spPr>
        </p:pic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C36B5C7E-CC9D-441C-9B11-08F3A95D7BBB}"/>
              </a:ext>
            </a:extLst>
          </p:cNvPr>
          <p:cNvSpPr txBox="1"/>
          <p:nvPr/>
        </p:nvSpPr>
        <p:spPr>
          <a:xfrm>
            <a:off x="8153167" y="5814285"/>
            <a:ext cx="2466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KOSMOS </a:t>
            </a:r>
            <a:r>
              <a:rPr lang="fr-FR" sz="2800" dirty="0" err="1"/>
              <a:t>stereo</a:t>
            </a:r>
            <a:endParaRPr lang="fr-FR" sz="2800" dirty="0"/>
          </a:p>
        </p:txBody>
      </p:sp>
      <p:pic>
        <p:nvPicPr>
          <p:cNvPr id="90" name="Image 89">
            <a:extLst>
              <a:ext uri="{FF2B5EF4-FFF2-40B4-BE49-F238E27FC236}">
                <a16:creationId xmlns:a16="http://schemas.microsoft.com/office/drawing/2014/main" id="{9F84DEC4-A5B0-4D5C-AD5B-41FBA85BD7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3855079" y="2933256"/>
            <a:ext cx="748422" cy="223720"/>
          </a:xfrm>
          <a:prstGeom prst="rect">
            <a:avLst/>
          </a:prstGeom>
        </p:spPr>
      </p:pic>
      <p:sp>
        <p:nvSpPr>
          <p:cNvPr id="91" name="ZoneTexte 90">
            <a:extLst>
              <a:ext uri="{FF2B5EF4-FFF2-40B4-BE49-F238E27FC236}">
                <a16:creationId xmlns:a16="http://schemas.microsoft.com/office/drawing/2014/main" id="{D985247E-3E28-4E82-AED8-914142AE06E9}"/>
              </a:ext>
            </a:extLst>
          </p:cNvPr>
          <p:cNvSpPr txBox="1"/>
          <p:nvPr/>
        </p:nvSpPr>
        <p:spPr>
          <a:xfrm>
            <a:off x="2347100" y="1037673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Wago</a:t>
            </a:r>
            <a:r>
              <a:rPr lang="fr-FR" sz="1100" dirty="0"/>
              <a:t> ou domino</a:t>
            </a:r>
          </a:p>
        </p:txBody>
      </p: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C017CE2C-ACA7-49D9-81AC-C5176CF6B61B}"/>
              </a:ext>
            </a:extLst>
          </p:cNvPr>
          <p:cNvCxnSpPr>
            <a:cxnSpLocks/>
          </p:cNvCxnSpPr>
          <p:nvPr/>
        </p:nvCxnSpPr>
        <p:spPr>
          <a:xfrm flipH="1" flipV="1">
            <a:off x="2989504" y="3045116"/>
            <a:ext cx="971740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age 94">
            <a:extLst>
              <a:ext uri="{FF2B5EF4-FFF2-40B4-BE49-F238E27FC236}">
                <a16:creationId xmlns:a16="http://schemas.microsoft.com/office/drawing/2014/main" id="{7C6626BA-C3B4-4B62-990D-77B1DC839F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6200000">
            <a:off x="2383673" y="2293215"/>
            <a:ext cx="748422" cy="223720"/>
          </a:xfrm>
          <a:prstGeom prst="rect">
            <a:avLst/>
          </a:prstGeom>
        </p:spPr>
      </p:pic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1E8132B3-EF37-4C81-8D94-ECC367D5F444}"/>
              </a:ext>
            </a:extLst>
          </p:cNvPr>
          <p:cNvCxnSpPr>
            <a:cxnSpLocks/>
          </p:cNvCxnSpPr>
          <p:nvPr/>
        </p:nvCxnSpPr>
        <p:spPr>
          <a:xfrm>
            <a:off x="2769832" y="2669043"/>
            <a:ext cx="0" cy="3938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Image 97">
            <a:extLst>
              <a:ext uri="{FF2B5EF4-FFF2-40B4-BE49-F238E27FC236}">
                <a16:creationId xmlns:a16="http://schemas.microsoft.com/office/drawing/2014/main" id="{F306BC41-71DC-4254-B235-4C8944EA5F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6200000">
            <a:off x="2615293" y="2296765"/>
            <a:ext cx="748422" cy="223720"/>
          </a:xfrm>
          <a:prstGeom prst="rect">
            <a:avLst/>
          </a:prstGeom>
        </p:spPr>
      </p:pic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4549F137-6025-4596-9C92-54881D83CEB7}"/>
              </a:ext>
            </a:extLst>
          </p:cNvPr>
          <p:cNvCxnSpPr>
            <a:cxnSpLocks/>
          </p:cNvCxnSpPr>
          <p:nvPr/>
        </p:nvCxnSpPr>
        <p:spPr>
          <a:xfrm>
            <a:off x="3001452" y="2672593"/>
            <a:ext cx="0" cy="3938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Image 100">
            <a:extLst>
              <a:ext uri="{FF2B5EF4-FFF2-40B4-BE49-F238E27FC236}">
                <a16:creationId xmlns:a16="http://schemas.microsoft.com/office/drawing/2014/main" id="{B822661E-12EE-43C0-87E7-35F166F10A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236" y="1257828"/>
            <a:ext cx="496384" cy="638208"/>
          </a:xfrm>
          <a:prstGeom prst="rect">
            <a:avLst/>
          </a:prstGeom>
        </p:spPr>
      </p:pic>
      <p:sp>
        <p:nvSpPr>
          <p:cNvPr id="102" name="Forme libre : forme 101">
            <a:extLst>
              <a:ext uri="{FF2B5EF4-FFF2-40B4-BE49-F238E27FC236}">
                <a16:creationId xmlns:a16="http://schemas.microsoft.com/office/drawing/2014/main" id="{DDF42E0C-6000-463D-B57A-F0710D7C0D83}"/>
              </a:ext>
            </a:extLst>
          </p:cNvPr>
          <p:cNvSpPr/>
          <p:nvPr/>
        </p:nvSpPr>
        <p:spPr>
          <a:xfrm rot="21243881" flipH="1">
            <a:off x="2766772" y="1846396"/>
            <a:ext cx="45719" cy="244868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Forme libre : forme 108">
            <a:extLst>
              <a:ext uri="{FF2B5EF4-FFF2-40B4-BE49-F238E27FC236}">
                <a16:creationId xmlns:a16="http://schemas.microsoft.com/office/drawing/2014/main" id="{B44B9068-816E-485E-946E-D189CF407AD2}"/>
              </a:ext>
            </a:extLst>
          </p:cNvPr>
          <p:cNvSpPr/>
          <p:nvPr/>
        </p:nvSpPr>
        <p:spPr>
          <a:xfrm rot="9899622" flipH="1">
            <a:off x="2970112" y="1827148"/>
            <a:ext cx="45719" cy="244868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4E77386-39B6-46D0-953D-18F76C3CE01E}"/>
              </a:ext>
            </a:extLst>
          </p:cNvPr>
          <p:cNvCxnSpPr>
            <a:cxnSpLocks/>
          </p:cNvCxnSpPr>
          <p:nvPr/>
        </p:nvCxnSpPr>
        <p:spPr>
          <a:xfrm flipH="1" flipV="1">
            <a:off x="1930235" y="3039676"/>
            <a:ext cx="867918" cy="54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Image 82">
            <a:extLst>
              <a:ext uri="{FF2B5EF4-FFF2-40B4-BE49-F238E27FC236}">
                <a16:creationId xmlns:a16="http://schemas.microsoft.com/office/drawing/2014/main" id="{52011BFF-6FBE-4DAD-A807-7794CC1F5B1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 r="1536"/>
          <a:stretch/>
        </p:blipFill>
        <p:spPr>
          <a:xfrm rot="5400000">
            <a:off x="8433196" y="3046134"/>
            <a:ext cx="804759" cy="329239"/>
          </a:xfrm>
          <a:prstGeom prst="rect">
            <a:avLst/>
          </a:prstGeom>
        </p:spPr>
      </p:pic>
      <p:pic>
        <p:nvPicPr>
          <p:cNvPr id="84" name="Image 83">
            <a:extLst>
              <a:ext uri="{FF2B5EF4-FFF2-40B4-BE49-F238E27FC236}">
                <a16:creationId xmlns:a16="http://schemas.microsoft.com/office/drawing/2014/main" id="{5043DBB1-5AF1-4BCE-8AA4-6FD54C6BB1FE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 r="1536"/>
          <a:stretch/>
        </p:blipFill>
        <p:spPr>
          <a:xfrm rot="5400000">
            <a:off x="7470083" y="3018090"/>
            <a:ext cx="804759" cy="329239"/>
          </a:xfrm>
          <a:prstGeom prst="rect">
            <a:avLst/>
          </a:prstGeom>
        </p:spPr>
      </p:pic>
      <p:pic>
        <p:nvPicPr>
          <p:cNvPr id="86" name="Image 85">
            <a:extLst>
              <a:ext uri="{FF2B5EF4-FFF2-40B4-BE49-F238E27FC236}">
                <a16:creationId xmlns:a16="http://schemas.microsoft.com/office/drawing/2014/main" id="{909296B2-C2DA-4DFE-8977-BCC3E539F77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 r="1536"/>
          <a:stretch/>
        </p:blipFill>
        <p:spPr>
          <a:xfrm rot="5400000">
            <a:off x="6748695" y="2873425"/>
            <a:ext cx="804759" cy="3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913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55</Words>
  <Application>Microsoft Office PowerPoint</Application>
  <PresentationFormat>Grand écran</PresentationFormat>
  <Paragraphs>36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FAUVARQUE, Ifremer Brest PDG-REM-RDT-LDCM, 02 98 22 49 97</dc:creator>
  <cp:lastModifiedBy>Olivier FAUVARQUE</cp:lastModifiedBy>
  <cp:revision>18</cp:revision>
  <dcterms:created xsi:type="dcterms:W3CDTF">2025-12-18T17:46:54Z</dcterms:created>
  <dcterms:modified xsi:type="dcterms:W3CDTF">2026-01-23T14:41:20Z</dcterms:modified>
</cp:coreProperties>
</file>