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E3FDA-0BC5-40FC-8E29-96AFC7C00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3102AA-7A23-483C-A36A-D2F1FC2C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4B643-E144-49F0-BBC1-FF45A698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3C8777-A3BF-4F32-BA63-BB13FD12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3816BC-8ACC-4F44-A1C8-67285E19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68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E7408-1975-4596-AE27-F77E2775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DBAA8D-E790-4940-A980-2A018CB5B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37150D-2CD9-4F0D-A108-D0B16805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99FE76-AF48-463B-8BB5-4C82E717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405B92-9C77-4274-98EC-6015F4C7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9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A9BD1-A417-47DE-B993-4CAEEB15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69949C-6CEF-41E8-9843-7F4F28159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0956CD-0DD6-4219-98F7-5AD7DA29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D5021D-A78C-4ACE-9CC5-D77324D2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52B640-CF59-4E59-A92D-8CE730AC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369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30AAC-B335-4556-8002-118DF01C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EFBBF0-A778-4076-9DDE-5E1696DC4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38C78-8AA3-4918-BFC9-52FF9C709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953066-EFFB-4CA7-AB70-B7536C51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E72613-50A8-4093-A876-3709E665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34EE5D-5C50-4351-8440-9EAA8C5E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19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3408D-0AD7-492A-A882-9F2FE3EE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90734B-FD24-4A35-8385-A38F1BD11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0E5AA-D1FA-45D6-B6C1-E80B400E4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088F18-BEFB-4365-B519-12C9CB4A8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8DB570-B810-4599-99D1-B5A1C364B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732E182-DCF4-4F40-B306-F16146E3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18B62D-F20F-410F-9CBB-0FA3759D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54837E-CCC1-4C6A-8036-D8EBE6FA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69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D14DD-2775-4934-96E9-1E34E82C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032A26-36FB-44B4-8942-3EE30FDD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1FD4B-F5E4-4D6A-9339-7761BFB6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D162E2-09C4-47AF-AE32-E5E2B028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737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9FD969-23CE-4772-AF3F-AD484A1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9230C3-2C3F-43EF-AAD1-D68252A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8F5AD4-E0D9-4B30-8605-5096360A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5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6FD309-B259-4A5D-81A5-DFC10C3B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45C3D4-F014-458F-853A-DCAD56437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927A15D-C811-4D60-942F-C66E77D2A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8BC7FB-86C1-426D-BD65-5A606296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798A2-1E36-4DD3-B787-28FA0655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7217BB-AF84-438B-B8C8-B4011E76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08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7237C8-584D-4934-BCB3-6CCB2927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D880715-4B65-4CCF-85B1-1B1B5C8CC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25A191-3A95-4217-BA80-120C7FAEC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B30048-D1ED-4728-937A-ABF17441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F21A97-7179-4B5A-8CFD-CBF50495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688027-844D-4E10-B852-3C4FBB866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961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E1DDC-6BCC-4EC4-8C8C-245A2D2A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47476-45F6-4E74-8BA5-9674539E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D83F60-5C0A-4C0C-96B5-798B85C8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7C544-C454-4D16-B025-C636DE16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E3C29E-4EDA-49B8-9FDC-67CBD010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0F7BEA-70B7-4537-BEE4-1A91E94C5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C74015-7F45-4775-9DA2-AC759934A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E25140-58AA-4BB4-A2AD-A6869807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4E3DB-01EE-473F-87C5-5A7F9721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75A5ED-D2BB-4B7F-9027-541CF85B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08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BEB0BF-BB9C-4E8B-93B4-3CC70AE7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B6E793-5043-4E6D-A88F-E9DF282E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77A623-3485-4654-8B17-0D21836CB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67808-081D-4196-B994-014D4460AAAC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095370-996A-4775-95D0-36352231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C40DD6-01F6-40F1-A96A-B82BF4839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E2D60-CA88-47A7-8771-CEFE1FA3A5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03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13" Type="http://schemas.openxmlformats.org/officeDocument/2006/relationships/image" Target="../media/image12.tm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11" Type="http://schemas.openxmlformats.org/officeDocument/2006/relationships/image" Target="../media/image10.png"/><Relationship Id="rId5" Type="http://schemas.openxmlformats.org/officeDocument/2006/relationships/image" Target="../media/image4.tmp"/><Relationship Id="rId10" Type="http://schemas.openxmlformats.org/officeDocument/2006/relationships/image" Target="../media/image9.tm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36A49AA2-84BE-4F60-84B4-DE3599531BCC}"/>
              </a:ext>
            </a:extLst>
          </p:cNvPr>
          <p:cNvGrpSpPr/>
          <p:nvPr/>
        </p:nvGrpSpPr>
        <p:grpSpPr>
          <a:xfrm>
            <a:off x="9024053" y="4213618"/>
            <a:ext cx="1622959" cy="1117315"/>
            <a:chOff x="182616" y="3474720"/>
            <a:chExt cx="1622959" cy="1117315"/>
          </a:xfrm>
        </p:grpSpPr>
        <p:cxnSp>
          <p:nvCxnSpPr>
            <p:cNvPr id="4" name="Connecteur droit avec flèche 3">
              <a:extLst>
                <a:ext uri="{FF2B5EF4-FFF2-40B4-BE49-F238E27FC236}">
                  <a16:creationId xmlns:a16="http://schemas.microsoft.com/office/drawing/2014/main" id="{77D1DB14-8A7F-496F-87EF-6102B21E4874}"/>
                </a:ext>
              </a:extLst>
            </p:cNvPr>
            <p:cNvCxnSpPr/>
            <p:nvPr/>
          </p:nvCxnSpPr>
          <p:spPr>
            <a:xfrm flipV="1">
              <a:off x="1028700" y="3710940"/>
              <a:ext cx="0" cy="65532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 droit avec flèche 86">
              <a:extLst>
                <a:ext uri="{FF2B5EF4-FFF2-40B4-BE49-F238E27FC236}">
                  <a16:creationId xmlns:a16="http://schemas.microsoft.com/office/drawing/2014/main" id="{15FA87FE-6C6C-4A66-89B6-416D3CF10ABA}"/>
                </a:ext>
              </a:extLst>
            </p:cNvPr>
            <p:cNvCxnSpPr>
              <a:cxnSpLocks/>
            </p:cNvCxnSpPr>
            <p:nvPr/>
          </p:nvCxnSpPr>
          <p:spPr>
            <a:xfrm>
              <a:off x="751447" y="4038600"/>
              <a:ext cx="549606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0D07E1F-1BC3-4791-9846-6F3A30B9A266}"/>
                </a:ext>
              </a:extLst>
            </p:cNvPr>
            <p:cNvSpPr txBox="1"/>
            <p:nvPr/>
          </p:nvSpPr>
          <p:spPr>
            <a:xfrm>
              <a:off x="798878" y="3474720"/>
              <a:ext cx="4860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Haut</a:t>
              </a:r>
            </a:p>
          </p:txBody>
        </p:sp>
        <p:sp>
          <p:nvSpPr>
            <p:cNvPr id="88" name="ZoneTexte 87">
              <a:extLst>
                <a:ext uri="{FF2B5EF4-FFF2-40B4-BE49-F238E27FC236}">
                  <a16:creationId xmlns:a16="http://schemas.microsoft.com/office/drawing/2014/main" id="{9FCBDE19-79BE-4F18-B3A0-73DC8D587669}"/>
                </a:ext>
              </a:extLst>
            </p:cNvPr>
            <p:cNvSpPr txBox="1"/>
            <p:nvPr/>
          </p:nvSpPr>
          <p:spPr>
            <a:xfrm>
              <a:off x="836575" y="4315036"/>
              <a:ext cx="402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Bas</a:t>
              </a:r>
            </a:p>
          </p:txBody>
        </p: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3FE41CC1-8383-4B53-B94B-D4FDBA4DD1C0}"/>
                </a:ext>
              </a:extLst>
            </p:cNvPr>
            <p:cNvSpPr txBox="1"/>
            <p:nvPr/>
          </p:nvSpPr>
          <p:spPr>
            <a:xfrm>
              <a:off x="182616" y="3884860"/>
              <a:ext cx="6591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Gauche</a:t>
              </a:r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5EC14E52-A2EF-43AB-8438-81F49018749E}"/>
                </a:ext>
              </a:extLst>
            </p:cNvPr>
            <p:cNvSpPr txBox="1"/>
            <p:nvPr/>
          </p:nvSpPr>
          <p:spPr>
            <a:xfrm>
              <a:off x="1232341" y="3892479"/>
              <a:ext cx="5732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Droite</a:t>
              </a:r>
            </a:p>
          </p:txBody>
        </p:sp>
      </p:grpSp>
      <p:grpSp>
        <p:nvGrpSpPr>
          <p:cNvPr id="168" name="Groupe 167">
            <a:extLst>
              <a:ext uri="{FF2B5EF4-FFF2-40B4-BE49-F238E27FC236}">
                <a16:creationId xmlns:a16="http://schemas.microsoft.com/office/drawing/2014/main" id="{E35B7AE3-D5D2-4F49-A253-2796341C09B1}"/>
              </a:ext>
            </a:extLst>
          </p:cNvPr>
          <p:cNvGrpSpPr/>
          <p:nvPr/>
        </p:nvGrpSpPr>
        <p:grpSpPr>
          <a:xfrm>
            <a:off x="1892983" y="296731"/>
            <a:ext cx="3740802" cy="3431798"/>
            <a:chOff x="3566534" y="453743"/>
            <a:chExt cx="3740802" cy="3431798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D68D51D7-556C-4315-878A-43F81F0022B9}"/>
                </a:ext>
              </a:extLst>
            </p:cNvPr>
            <p:cNvGrpSpPr/>
            <p:nvPr/>
          </p:nvGrpSpPr>
          <p:grpSpPr>
            <a:xfrm>
              <a:off x="5425536" y="470738"/>
              <a:ext cx="1178707" cy="616982"/>
              <a:chOff x="12220759" y="7370505"/>
              <a:chExt cx="1178707" cy="616982"/>
            </a:xfrm>
          </p:grpSpPr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106D7E93-E018-41DD-A6B4-6E8EC94EEF5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3476" t="27298" r="8743" b="32337"/>
              <a:stretch/>
            </p:blipFill>
            <p:spPr>
              <a:xfrm>
                <a:off x="12352554" y="7551625"/>
                <a:ext cx="731922" cy="435862"/>
              </a:xfrm>
              <a:prstGeom prst="rect">
                <a:avLst/>
              </a:prstGeom>
            </p:spPr>
          </p:pic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09ECA111-22FF-47DA-BAD7-45E9273A6E55}"/>
                  </a:ext>
                </a:extLst>
              </p:cNvPr>
              <p:cNvSpPr txBox="1"/>
              <p:nvPr/>
            </p:nvSpPr>
            <p:spPr>
              <a:xfrm>
                <a:off x="12220759" y="7370505"/>
                <a:ext cx="11787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Capteur TP</a:t>
                </a:r>
              </a:p>
            </p:txBody>
          </p:sp>
        </p:grp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864693E3-2BF1-43F2-93A9-43CD8C44CB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4383405" y="482731"/>
              <a:ext cx="824486" cy="526823"/>
            </a:xfrm>
            <a:prstGeom prst="rect">
              <a:avLst/>
            </a:prstGeom>
          </p:spPr>
        </p:pic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301DF7D3-7D1A-4A0A-AB2D-1D5BBA578FE7}"/>
                </a:ext>
              </a:extLst>
            </p:cNvPr>
            <p:cNvGrpSpPr/>
            <p:nvPr/>
          </p:nvGrpSpPr>
          <p:grpSpPr>
            <a:xfrm>
              <a:off x="4485161" y="3189677"/>
              <a:ext cx="1072170" cy="695864"/>
              <a:chOff x="9645746" y="6901398"/>
              <a:chExt cx="1072170" cy="695864"/>
            </a:xfrm>
          </p:grpSpPr>
          <p:pic>
            <p:nvPicPr>
              <p:cNvPr id="54" name="Image 53">
                <a:extLst>
                  <a:ext uri="{FF2B5EF4-FFF2-40B4-BE49-F238E27FC236}">
                    <a16:creationId xmlns:a16="http://schemas.microsoft.com/office/drawing/2014/main" id="{B682422D-17EF-4B6E-83E3-5E750ED1A6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7666" b="25718"/>
              <a:stretch/>
            </p:blipFill>
            <p:spPr>
              <a:xfrm flipH="1">
                <a:off x="10092090" y="6901398"/>
                <a:ext cx="625826" cy="642691"/>
              </a:xfrm>
              <a:prstGeom prst="rect">
                <a:avLst/>
              </a:prstGeom>
            </p:spPr>
          </p:pic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EE27FFF8-4779-473A-9CA4-E983BA827F36}"/>
                  </a:ext>
                </a:extLst>
              </p:cNvPr>
              <p:cNvSpPr txBox="1"/>
              <p:nvPr/>
            </p:nvSpPr>
            <p:spPr>
              <a:xfrm>
                <a:off x="9645746" y="7135597"/>
                <a:ext cx="6574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/>
                  <a:t>4 pin</a:t>
                </a:r>
              </a:p>
              <a:p>
                <a:pPr algn="r"/>
                <a:r>
                  <a:rPr lang="fr-FR" sz="1200" dirty="0"/>
                  <a:t>Moteur</a:t>
                </a:r>
              </a:p>
            </p:txBody>
          </p:sp>
        </p:grp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C543817F-1224-47FE-80F3-9BC804747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7984913">
              <a:off x="4197849" y="1241331"/>
              <a:ext cx="1987373" cy="1760964"/>
            </a:xfrm>
            <a:prstGeom prst="rect">
              <a:avLst/>
            </a:prstGeom>
          </p:spPr>
        </p:pic>
        <p:pic>
          <p:nvPicPr>
            <p:cNvPr id="73" name="Image 72">
              <a:extLst>
                <a:ext uri="{FF2B5EF4-FFF2-40B4-BE49-F238E27FC236}">
                  <a16:creationId xmlns:a16="http://schemas.microsoft.com/office/drawing/2014/main" id="{A45349D5-8C32-4B55-B42B-CEC1A43AE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02785" y="1446436"/>
              <a:ext cx="794576" cy="459879"/>
            </a:xfrm>
            <a:prstGeom prst="rect">
              <a:avLst/>
            </a:prstGeom>
          </p:spPr>
        </p:pic>
        <p:cxnSp>
          <p:nvCxnSpPr>
            <p:cNvPr id="3" name="Connecteur droit avec flèche 2">
              <a:extLst>
                <a:ext uri="{FF2B5EF4-FFF2-40B4-BE49-F238E27FC236}">
                  <a16:creationId xmlns:a16="http://schemas.microsoft.com/office/drawing/2014/main" id="{2C4E3D86-5B5D-4ED1-B076-EA69668DE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4448" y="1107641"/>
              <a:ext cx="502920" cy="1066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47D3B959-1E92-4C8D-A730-1F9A1B8A3124}"/>
                </a:ext>
              </a:extLst>
            </p:cNvPr>
            <p:cNvGrpSpPr/>
            <p:nvPr/>
          </p:nvGrpSpPr>
          <p:grpSpPr>
            <a:xfrm>
              <a:off x="3566534" y="2693162"/>
              <a:ext cx="1082529" cy="912895"/>
              <a:chOff x="7202256" y="8083571"/>
              <a:chExt cx="1082529" cy="912895"/>
            </a:xfrm>
          </p:grpSpPr>
          <p:pic>
            <p:nvPicPr>
              <p:cNvPr id="70" name="Image 69">
                <a:extLst>
                  <a:ext uri="{FF2B5EF4-FFF2-40B4-BE49-F238E27FC236}">
                    <a16:creationId xmlns:a16="http://schemas.microsoft.com/office/drawing/2014/main" id="{1463C00E-FF25-4FFB-8B19-E568CB331D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7666" b="25718"/>
              <a:stretch/>
            </p:blipFill>
            <p:spPr>
              <a:xfrm>
                <a:off x="7474191" y="8164028"/>
                <a:ext cx="810594" cy="83243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pic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82CBBD3A-BD39-4C95-841D-DAB42FA43288}"/>
                  </a:ext>
                </a:extLst>
              </p:cNvPr>
              <p:cNvSpPr txBox="1"/>
              <p:nvPr/>
            </p:nvSpPr>
            <p:spPr>
              <a:xfrm>
                <a:off x="7202256" y="8083571"/>
                <a:ext cx="727059" cy="4616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8 pin</a:t>
                </a:r>
              </a:p>
              <a:p>
                <a:pPr algn="r"/>
                <a:r>
                  <a:rPr lang="fr-FR" sz="1200" dirty="0">
                    <a:solidFill>
                      <a:schemeClr val="tx1"/>
                    </a:solidFill>
                  </a:rPr>
                  <a:t>Ethernet</a:t>
                </a:r>
              </a:p>
            </p:txBody>
          </p:sp>
        </p:grpSp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7C587D96-C410-4462-91E2-1E30500DB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0479" y="2301556"/>
              <a:ext cx="657198" cy="63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7A5B1FC1-FE5D-4E22-A19F-22D30F867924}"/>
                </a:ext>
              </a:extLst>
            </p:cNvPr>
            <p:cNvSpPr txBox="1"/>
            <p:nvPr/>
          </p:nvSpPr>
          <p:spPr>
            <a:xfrm>
              <a:off x="6209897" y="1394797"/>
              <a:ext cx="737702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chemeClr val="tx1"/>
                  </a:solidFill>
                </a:rPr>
                <a:t>Bouchon</a:t>
              </a:r>
            </a:p>
          </p:txBody>
        </p:sp>
        <p:cxnSp>
          <p:nvCxnSpPr>
            <p:cNvPr id="78" name="Connecteur droit avec flèche 77">
              <a:extLst>
                <a:ext uri="{FF2B5EF4-FFF2-40B4-BE49-F238E27FC236}">
                  <a16:creationId xmlns:a16="http://schemas.microsoft.com/office/drawing/2014/main" id="{A60F5573-6059-4631-92F7-ACDE302E6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513" y="1641003"/>
              <a:ext cx="500582" cy="3066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eur droit avec flèche 78">
              <a:extLst>
                <a:ext uri="{FF2B5EF4-FFF2-40B4-BE49-F238E27FC236}">
                  <a16:creationId xmlns:a16="http://schemas.microsoft.com/office/drawing/2014/main" id="{68544579-BEF3-4C0A-8B68-F2E2F179E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7891" y="2461566"/>
              <a:ext cx="7734" cy="728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04D12FF7-F272-4F85-980A-576C251C7F92}"/>
                </a:ext>
              </a:extLst>
            </p:cNvPr>
            <p:cNvSpPr txBox="1"/>
            <p:nvPr/>
          </p:nvSpPr>
          <p:spPr>
            <a:xfrm>
              <a:off x="3795666" y="1192546"/>
              <a:ext cx="737702" cy="276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fr-FR" sz="1200" dirty="0">
                  <a:solidFill>
                    <a:schemeClr val="tx1"/>
                  </a:solidFill>
                </a:rPr>
                <a:t>Bouchon</a:t>
              </a:r>
            </a:p>
          </p:txBody>
        </p: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9BD89DE3-6E88-4E6E-9EF7-4790774A1EEE}"/>
                </a:ext>
              </a:extLst>
            </p:cNvPr>
            <p:cNvCxnSpPr>
              <a:cxnSpLocks/>
              <a:stCxn id="92" idx="2"/>
            </p:cNvCxnSpPr>
            <p:nvPr/>
          </p:nvCxnSpPr>
          <p:spPr>
            <a:xfrm>
              <a:off x="3982998" y="1676376"/>
              <a:ext cx="914679" cy="2865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E485097B-CCF1-4F07-AFB0-57E3CD583BB1}"/>
                </a:ext>
              </a:extLst>
            </p:cNvPr>
            <p:cNvSpPr txBox="1"/>
            <p:nvPr/>
          </p:nvSpPr>
          <p:spPr>
            <a:xfrm>
              <a:off x="4188746" y="453743"/>
              <a:ext cx="5741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cxnSp>
          <p:nvCxnSpPr>
            <p:cNvPr id="84" name="Connecteur droit avec flèche 83">
              <a:extLst>
                <a:ext uri="{FF2B5EF4-FFF2-40B4-BE49-F238E27FC236}">
                  <a16:creationId xmlns:a16="http://schemas.microsoft.com/office/drawing/2014/main" id="{04CFBEC8-652B-4AFF-BD0D-43029F89C9F5}"/>
                </a:ext>
              </a:extLst>
            </p:cNvPr>
            <p:cNvCxnSpPr>
              <a:cxnSpLocks/>
            </p:cNvCxnSpPr>
            <p:nvPr/>
          </p:nvCxnSpPr>
          <p:spPr>
            <a:xfrm>
              <a:off x="4909175" y="902034"/>
              <a:ext cx="292266" cy="8740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Image 91">
              <a:extLst>
                <a:ext uri="{FF2B5EF4-FFF2-40B4-BE49-F238E27FC236}">
                  <a16:creationId xmlns:a16="http://schemas.microsoft.com/office/drawing/2014/main" id="{C6FF61BB-AA60-4479-86B2-A25E92153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85710" y="1216497"/>
              <a:ext cx="794576" cy="459879"/>
            </a:xfrm>
            <a:prstGeom prst="rect">
              <a:avLst/>
            </a:prstGeom>
          </p:spPr>
        </p:pic>
        <p:pic>
          <p:nvPicPr>
            <p:cNvPr id="96" name="Image 95">
              <a:extLst>
                <a:ext uri="{FF2B5EF4-FFF2-40B4-BE49-F238E27FC236}">
                  <a16:creationId xmlns:a16="http://schemas.microsoft.com/office/drawing/2014/main" id="{A3BBD19B-5CF8-47BE-8BE7-FE101B5AD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49767" y="2487893"/>
              <a:ext cx="834123" cy="394225"/>
            </a:xfrm>
            <a:prstGeom prst="rect">
              <a:avLst/>
            </a:prstGeom>
          </p:spPr>
        </p:pic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47169E67-4E54-4BF3-A5AF-6F037CB78529}"/>
                </a:ext>
              </a:extLst>
            </p:cNvPr>
            <p:cNvSpPr txBox="1"/>
            <p:nvPr/>
          </p:nvSpPr>
          <p:spPr>
            <a:xfrm>
              <a:off x="5780508" y="2830952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6.5 HC</a:t>
              </a:r>
            </a:p>
            <a:p>
              <a:r>
                <a:rPr lang="fr-FR" sz="1200" dirty="0"/>
                <a:t>COB-1231 </a:t>
              </a:r>
            </a:p>
          </p:txBody>
        </p:sp>
        <p:pic>
          <p:nvPicPr>
            <p:cNvPr id="99" name="Image 98">
              <a:extLst>
                <a:ext uri="{FF2B5EF4-FFF2-40B4-BE49-F238E27FC236}">
                  <a16:creationId xmlns:a16="http://schemas.microsoft.com/office/drawing/2014/main" id="{56A54773-3BE4-428C-B138-739658DB05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6222620" y="2319440"/>
              <a:ext cx="779598" cy="373722"/>
            </a:xfrm>
            <a:prstGeom prst="roundRect">
              <a:avLst/>
            </a:prstGeom>
          </p:spPr>
        </p:pic>
        <p:cxnSp>
          <p:nvCxnSpPr>
            <p:cNvPr id="100" name="Connecteur droit avec flèche 99">
              <a:extLst>
                <a:ext uri="{FF2B5EF4-FFF2-40B4-BE49-F238E27FC236}">
                  <a16:creationId xmlns:a16="http://schemas.microsoft.com/office/drawing/2014/main" id="{9582A109-59E5-4E05-B0EE-D3B057BD3BB1}"/>
                </a:ext>
              </a:extLst>
            </p:cNvPr>
            <p:cNvCxnSpPr>
              <a:cxnSpLocks/>
              <a:stCxn id="96" idx="1"/>
            </p:cNvCxnSpPr>
            <p:nvPr/>
          </p:nvCxnSpPr>
          <p:spPr>
            <a:xfrm flipH="1" flipV="1">
              <a:off x="5486512" y="2281741"/>
              <a:ext cx="563255" cy="4032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Groupe 168">
            <a:extLst>
              <a:ext uri="{FF2B5EF4-FFF2-40B4-BE49-F238E27FC236}">
                <a16:creationId xmlns:a16="http://schemas.microsoft.com/office/drawing/2014/main" id="{94D428D7-B84F-4A6F-83DF-AC40B60DD168}"/>
              </a:ext>
            </a:extLst>
          </p:cNvPr>
          <p:cNvGrpSpPr/>
          <p:nvPr/>
        </p:nvGrpSpPr>
        <p:grpSpPr>
          <a:xfrm>
            <a:off x="7044807" y="523668"/>
            <a:ext cx="3047385" cy="2708690"/>
            <a:chOff x="7958253" y="887468"/>
            <a:chExt cx="3047385" cy="2708690"/>
          </a:xfrm>
        </p:grpSpPr>
        <p:pic>
          <p:nvPicPr>
            <p:cNvPr id="85" name="Image 84">
              <a:extLst>
                <a:ext uri="{FF2B5EF4-FFF2-40B4-BE49-F238E27FC236}">
                  <a16:creationId xmlns:a16="http://schemas.microsoft.com/office/drawing/2014/main" id="{FD6BD04C-B98B-4680-98EB-00BC4DBC9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7941341">
              <a:off x="8558317" y="1226854"/>
              <a:ext cx="2026333" cy="1869601"/>
            </a:xfrm>
            <a:prstGeom prst="rect">
              <a:avLst/>
            </a:prstGeom>
          </p:spPr>
        </p:pic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E1AEAE12-780B-4435-9955-A4221CE570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8700169" y="925334"/>
              <a:ext cx="824486" cy="526823"/>
            </a:xfrm>
            <a:prstGeom prst="rect">
              <a:avLst/>
            </a:prstGeom>
          </p:spPr>
        </p:pic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6B6B183E-C006-4A46-B4F1-25D5B6E22341}"/>
                </a:ext>
              </a:extLst>
            </p:cNvPr>
            <p:cNvSpPr txBox="1"/>
            <p:nvPr/>
          </p:nvSpPr>
          <p:spPr>
            <a:xfrm>
              <a:off x="8514387" y="887468"/>
              <a:ext cx="6513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cxnSp>
          <p:nvCxnSpPr>
            <p:cNvPr id="95" name="Connecteur droit avec flèche 94">
              <a:extLst>
                <a:ext uri="{FF2B5EF4-FFF2-40B4-BE49-F238E27FC236}">
                  <a16:creationId xmlns:a16="http://schemas.microsoft.com/office/drawing/2014/main" id="{EAD2421A-2D23-4948-9DF2-070C2C6E2F8E}"/>
                </a:ext>
              </a:extLst>
            </p:cNvPr>
            <p:cNvCxnSpPr>
              <a:cxnSpLocks/>
            </p:cNvCxnSpPr>
            <p:nvPr/>
          </p:nvCxnSpPr>
          <p:spPr>
            <a:xfrm>
              <a:off x="9254733" y="1349014"/>
              <a:ext cx="225372" cy="5776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e 103">
              <a:extLst>
                <a:ext uri="{FF2B5EF4-FFF2-40B4-BE49-F238E27FC236}">
                  <a16:creationId xmlns:a16="http://schemas.microsoft.com/office/drawing/2014/main" id="{8F809A2A-3D0A-4598-9570-A07CF904B3AD}"/>
                </a:ext>
              </a:extLst>
            </p:cNvPr>
            <p:cNvGrpSpPr/>
            <p:nvPr/>
          </p:nvGrpSpPr>
          <p:grpSpPr>
            <a:xfrm>
              <a:off x="10379812" y="1257337"/>
              <a:ext cx="625826" cy="877683"/>
              <a:chOff x="10092090" y="6666406"/>
              <a:chExt cx="625826" cy="877683"/>
            </a:xfrm>
          </p:grpSpPr>
          <p:pic>
            <p:nvPicPr>
              <p:cNvPr id="105" name="Image 104">
                <a:extLst>
                  <a:ext uri="{FF2B5EF4-FFF2-40B4-BE49-F238E27FC236}">
                    <a16:creationId xmlns:a16="http://schemas.microsoft.com/office/drawing/2014/main" id="{8FB323F4-3A5E-4F59-BF36-67A687EBA7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27666" b="25718"/>
              <a:stretch/>
            </p:blipFill>
            <p:spPr>
              <a:xfrm flipH="1">
                <a:off x="10092090" y="6901398"/>
                <a:ext cx="625826" cy="642691"/>
              </a:xfrm>
              <a:prstGeom prst="rect">
                <a:avLst/>
              </a:prstGeom>
            </p:spPr>
          </p:pic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31B29D31-59DF-4ADA-8EDE-01F07B41C455}"/>
                  </a:ext>
                </a:extLst>
              </p:cNvPr>
              <p:cNvSpPr txBox="1"/>
              <p:nvPr/>
            </p:nvSpPr>
            <p:spPr>
              <a:xfrm>
                <a:off x="10092090" y="6666406"/>
                <a:ext cx="4940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fr-FR" sz="1200" dirty="0"/>
                  <a:t>4 pin</a:t>
                </a:r>
              </a:p>
              <a:p>
                <a:pPr algn="r"/>
                <a:r>
                  <a:rPr lang="fr-FR" sz="1200" dirty="0"/>
                  <a:t>Clé</a:t>
                </a:r>
              </a:p>
            </p:txBody>
          </p:sp>
        </p:grpSp>
        <p:cxnSp>
          <p:nvCxnSpPr>
            <p:cNvPr id="86" name="Connecteur droit avec flèche 85">
              <a:extLst>
                <a:ext uri="{FF2B5EF4-FFF2-40B4-BE49-F238E27FC236}">
                  <a16:creationId xmlns:a16="http://schemas.microsoft.com/office/drawing/2014/main" id="{77FD2B02-893A-454F-896D-613854F871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31364" y="1848159"/>
              <a:ext cx="628350" cy="265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061004E8-8F18-44E0-992C-28E08FD5E0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9074312" y="3078243"/>
              <a:ext cx="726908" cy="517915"/>
            </a:xfrm>
            <a:prstGeom prst="rect">
              <a:avLst/>
            </a:prstGeom>
          </p:spPr>
        </p:pic>
        <p:sp>
          <p:nvSpPr>
            <p:cNvPr id="110" name="ZoneTexte 109">
              <a:extLst>
                <a:ext uri="{FF2B5EF4-FFF2-40B4-BE49-F238E27FC236}">
                  <a16:creationId xmlns:a16="http://schemas.microsoft.com/office/drawing/2014/main" id="{DE1C6B49-2326-4981-90EF-87BCF703A9FF}"/>
                </a:ext>
              </a:extLst>
            </p:cNvPr>
            <p:cNvSpPr txBox="1"/>
            <p:nvPr/>
          </p:nvSpPr>
          <p:spPr>
            <a:xfrm>
              <a:off x="9619928" y="2982056"/>
              <a:ext cx="6574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3 pin</a:t>
              </a:r>
            </a:p>
            <a:p>
              <a:pPr algn="r"/>
              <a:r>
                <a:rPr lang="fr-FR" sz="1200" dirty="0"/>
                <a:t>Moteur</a:t>
              </a:r>
            </a:p>
          </p:txBody>
        </p:sp>
        <p:cxnSp>
          <p:nvCxnSpPr>
            <p:cNvPr id="111" name="Connecteur droit avec flèche 110">
              <a:extLst>
                <a:ext uri="{FF2B5EF4-FFF2-40B4-BE49-F238E27FC236}">
                  <a16:creationId xmlns:a16="http://schemas.microsoft.com/office/drawing/2014/main" id="{0D5D2E83-5202-4F46-8F41-D417F1226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716" y="2458560"/>
              <a:ext cx="237666" cy="619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5" name="Image 114">
              <a:extLst>
                <a:ext uri="{FF2B5EF4-FFF2-40B4-BE49-F238E27FC236}">
                  <a16:creationId xmlns:a16="http://schemas.microsoft.com/office/drawing/2014/main" id="{604E2422-4387-466F-9D2B-3C0F8E6E99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7958253" y="2408083"/>
              <a:ext cx="726908" cy="517915"/>
            </a:xfrm>
            <a:prstGeom prst="rect">
              <a:avLst/>
            </a:prstGeom>
          </p:spPr>
        </p:pic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4927A39B-9511-49E4-83E5-E329274ED2E7}"/>
                </a:ext>
              </a:extLst>
            </p:cNvPr>
            <p:cNvSpPr txBox="1"/>
            <p:nvPr/>
          </p:nvSpPr>
          <p:spPr>
            <a:xfrm>
              <a:off x="8313651" y="2505503"/>
              <a:ext cx="5453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fr-FR" sz="1200" dirty="0"/>
                <a:t>3 pin</a:t>
              </a:r>
            </a:p>
            <a:p>
              <a:pPr algn="r"/>
              <a:r>
                <a:rPr lang="fr-FR" sz="1200" dirty="0"/>
                <a:t>Vidéo</a:t>
              </a:r>
            </a:p>
          </p:txBody>
        </p:sp>
        <p:cxnSp>
          <p:nvCxnSpPr>
            <p:cNvPr id="117" name="Connecteur droit avec flèche 116">
              <a:extLst>
                <a:ext uri="{FF2B5EF4-FFF2-40B4-BE49-F238E27FC236}">
                  <a16:creationId xmlns:a16="http://schemas.microsoft.com/office/drawing/2014/main" id="{365B51E8-5986-4D21-813C-C776DFF3F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7883" y="2269202"/>
              <a:ext cx="575995" cy="2144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e 166">
            <a:extLst>
              <a:ext uri="{FF2B5EF4-FFF2-40B4-BE49-F238E27FC236}">
                <a16:creationId xmlns:a16="http://schemas.microsoft.com/office/drawing/2014/main" id="{2B70A3DB-8A20-4040-A382-16D950B57E8A}"/>
              </a:ext>
            </a:extLst>
          </p:cNvPr>
          <p:cNvGrpSpPr/>
          <p:nvPr/>
        </p:nvGrpSpPr>
        <p:grpSpPr>
          <a:xfrm>
            <a:off x="3687287" y="4559922"/>
            <a:ext cx="4621475" cy="2000265"/>
            <a:chOff x="5352705" y="4216971"/>
            <a:chExt cx="4621475" cy="2000265"/>
          </a:xfrm>
        </p:grpSpPr>
        <p:pic>
          <p:nvPicPr>
            <p:cNvPr id="144" name="Image 143">
              <a:extLst>
                <a:ext uri="{FF2B5EF4-FFF2-40B4-BE49-F238E27FC236}">
                  <a16:creationId xmlns:a16="http://schemas.microsoft.com/office/drawing/2014/main" id="{29891EB0-E36C-4BC0-A9A1-5C33C83B6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7351109" y="5690413"/>
              <a:ext cx="824486" cy="526823"/>
            </a:xfrm>
            <a:prstGeom prst="rect">
              <a:avLst/>
            </a:prstGeom>
          </p:spPr>
        </p:pic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AA7B1A18-B5E0-480C-84F3-61D6EA0BFDBE}"/>
                </a:ext>
              </a:extLst>
            </p:cNvPr>
            <p:cNvSpPr txBox="1"/>
            <p:nvPr/>
          </p:nvSpPr>
          <p:spPr>
            <a:xfrm>
              <a:off x="7165327" y="5652547"/>
              <a:ext cx="6513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Purge</a:t>
              </a:r>
            </a:p>
          </p:txBody>
        </p:sp>
        <p:pic>
          <p:nvPicPr>
            <p:cNvPr id="146" name="Image 145">
              <a:extLst>
                <a:ext uri="{FF2B5EF4-FFF2-40B4-BE49-F238E27FC236}">
                  <a16:creationId xmlns:a16="http://schemas.microsoft.com/office/drawing/2014/main" id="{12232CD3-72D2-4FFF-AD11-74787A836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716611" y="4525348"/>
              <a:ext cx="834123" cy="394225"/>
            </a:xfrm>
            <a:prstGeom prst="rect">
              <a:avLst/>
            </a:prstGeom>
          </p:spPr>
        </p:pic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C007F7E1-B1E5-48BC-A48C-02D54D430E3C}"/>
                </a:ext>
              </a:extLst>
            </p:cNvPr>
            <p:cNvSpPr txBox="1"/>
            <p:nvPr/>
          </p:nvSpPr>
          <p:spPr>
            <a:xfrm>
              <a:off x="8447352" y="4868407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6.5 HC</a:t>
              </a:r>
            </a:p>
            <a:p>
              <a:r>
                <a:rPr lang="fr-FR" sz="1200" dirty="0"/>
                <a:t>COB-1231 </a:t>
              </a:r>
            </a:p>
          </p:txBody>
        </p:sp>
        <p:pic>
          <p:nvPicPr>
            <p:cNvPr id="148" name="Image 147">
              <a:extLst>
                <a:ext uri="{FF2B5EF4-FFF2-40B4-BE49-F238E27FC236}">
                  <a16:creationId xmlns:a16="http://schemas.microsoft.com/office/drawing/2014/main" id="{FA5CF764-3BCB-4B94-936A-2A3FA36FCF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8889464" y="4356895"/>
              <a:ext cx="779598" cy="373722"/>
            </a:xfrm>
            <a:prstGeom prst="roundRect">
              <a:avLst/>
            </a:prstGeom>
          </p:spPr>
        </p:pic>
        <p:pic>
          <p:nvPicPr>
            <p:cNvPr id="149" name="Image 148">
              <a:extLst>
                <a:ext uri="{FF2B5EF4-FFF2-40B4-BE49-F238E27FC236}">
                  <a16:creationId xmlns:a16="http://schemas.microsoft.com/office/drawing/2014/main" id="{DE7242AC-35F4-4048-A518-694DAA880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43288" y="4245424"/>
              <a:ext cx="774511" cy="420779"/>
            </a:xfrm>
            <a:prstGeom prst="rect">
              <a:avLst/>
            </a:prstGeom>
          </p:spPr>
        </p:pic>
        <p:pic>
          <p:nvPicPr>
            <p:cNvPr id="150" name="Image 149">
              <a:extLst>
                <a:ext uri="{FF2B5EF4-FFF2-40B4-BE49-F238E27FC236}">
                  <a16:creationId xmlns:a16="http://schemas.microsoft.com/office/drawing/2014/main" id="{AF0C29FF-EEDB-48DE-BC24-F97B93B65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28412" y="4429325"/>
              <a:ext cx="833144" cy="412607"/>
            </a:xfrm>
            <a:prstGeom prst="rect">
              <a:avLst/>
            </a:prstGeom>
          </p:spPr>
        </p:pic>
        <p:sp>
          <p:nvSpPr>
            <p:cNvPr id="151" name="ZoneTexte 150">
              <a:extLst>
                <a:ext uri="{FF2B5EF4-FFF2-40B4-BE49-F238E27FC236}">
                  <a16:creationId xmlns:a16="http://schemas.microsoft.com/office/drawing/2014/main" id="{584B342A-E78D-40DE-BFA1-89C7ADEAED0E}"/>
                </a:ext>
              </a:extLst>
            </p:cNvPr>
            <p:cNvSpPr txBox="1"/>
            <p:nvPr/>
          </p:nvSpPr>
          <p:spPr>
            <a:xfrm>
              <a:off x="5352705" y="4837713"/>
              <a:ext cx="1526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/>
                <a:t>Presse-étoupe 8.5 HC</a:t>
              </a:r>
            </a:p>
            <a:p>
              <a:r>
                <a:rPr lang="fr-FR" sz="1200" dirty="0"/>
                <a:t>COB-1241 </a:t>
              </a:r>
            </a:p>
          </p:txBody>
        </p: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D0755BFA-7D56-4254-A488-C8B4CDCFAC79}"/>
                </a:ext>
              </a:extLst>
            </p:cNvPr>
            <p:cNvGrpSpPr/>
            <p:nvPr/>
          </p:nvGrpSpPr>
          <p:grpSpPr>
            <a:xfrm>
              <a:off x="7038444" y="4216971"/>
              <a:ext cx="1191544" cy="904403"/>
              <a:chOff x="2984500" y="4762500"/>
              <a:chExt cx="1191544" cy="904403"/>
            </a:xfrm>
          </p:grpSpPr>
          <p:sp>
            <p:nvSpPr>
              <p:cNvPr id="153" name="Rectangle : coins arrondis 152">
                <a:extLst>
                  <a:ext uri="{FF2B5EF4-FFF2-40B4-BE49-F238E27FC236}">
                    <a16:creationId xmlns:a16="http://schemas.microsoft.com/office/drawing/2014/main" id="{0447486C-4363-4971-8000-41DFF7DE876F}"/>
                  </a:ext>
                </a:extLst>
              </p:cNvPr>
              <p:cNvSpPr/>
              <p:nvPr/>
            </p:nvSpPr>
            <p:spPr>
              <a:xfrm>
                <a:off x="2984500" y="4762500"/>
                <a:ext cx="1191544" cy="904403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B239C54-A5E6-46C7-BB65-DD1DEAFFC46B}"/>
                  </a:ext>
                </a:extLst>
              </p:cNvPr>
              <p:cNvSpPr/>
              <p:nvPr/>
            </p:nvSpPr>
            <p:spPr>
              <a:xfrm>
                <a:off x="3213547" y="4900052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8F2AA777-0C4D-4BB7-A020-C5FECD6108F8}"/>
                  </a:ext>
                </a:extLst>
              </p:cNvPr>
              <p:cNvSpPr/>
              <p:nvPr/>
            </p:nvSpPr>
            <p:spPr>
              <a:xfrm>
                <a:off x="3699894" y="4911624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95F743AA-EA3C-494B-ABA4-6187D46D7CFE}"/>
                  </a:ext>
                </a:extLst>
              </p:cNvPr>
              <p:cNvSpPr/>
              <p:nvPr/>
            </p:nvSpPr>
            <p:spPr>
              <a:xfrm>
                <a:off x="3470920" y="5268315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58" name="Connecteur droit avec flèche 157">
              <a:extLst>
                <a:ext uri="{FF2B5EF4-FFF2-40B4-BE49-F238E27FC236}">
                  <a16:creationId xmlns:a16="http://schemas.microsoft.com/office/drawing/2014/main" id="{2124017C-4174-4C0C-A495-8FFF58D879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6597" y="4837713"/>
              <a:ext cx="25648" cy="8337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 droit avec flèche 160">
              <a:extLst>
                <a:ext uri="{FF2B5EF4-FFF2-40B4-BE49-F238E27FC236}">
                  <a16:creationId xmlns:a16="http://schemas.microsoft.com/office/drawing/2014/main" id="{3C879197-AAC0-431D-9B8F-8876B72D81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77228" y="4503476"/>
              <a:ext cx="820655" cy="172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 droit avec flèche 163">
              <a:extLst>
                <a:ext uri="{FF2B5EF4-FFF2-40B4-BE49-F238E27FC236}">
                  <a16:creationId xmlns:a16="http://schemas.microsoft.com/office/drawing/2014/main" id="{122A72C2-A7C3-44CB-B1FC-FD99826C8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985" y="4478978"/>
              <a:ext cx="985887" cy="2069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Forme libre : forme 169">
            <a:extLst>
              <a:ext uri="{FF2B5EF4-FFF2-40B4-BE49-F238E27FC236}">
                <a16:creationId xmlns:a16="http://schemas.microsoft.com/office/drawing/2014/main" id="{687B83BC-8A10-42A0-9CE4-75F37D7381AB}"/>
              </a:ext>
            </a:extLst>
          </p:cNvPr>
          <p:cNvSpPr/>
          <p:nvPr/>
        </p:nvSpPr>
        <p:spPr>
          <a:xfrm>
            <a:off x="7113741" y="3171825"/>
            <a:ext cx="1287309" cy="1514475"/>
          </a:xfrm>
          <a:custGeom>
            <a:avLst/>
            <a:gdLst>
              <a:gd name="connsiteX0" fmla="*/ 30009 w 1287309"/>
              <a:gd name="connsiteY0" fmla="*/ 1514475 h 1514475"/>
              <a:gd name="connsiteX1" fmla="*/ 125259 w 1287309"/>
              <a:gd name="connsiteY1" fmla="*/ 838200 h 1514475"/>
              <a:gd name="connsiteX2" fmla="*/ 1030134 w 1287309"/>
              <a:gd name="connsiteY2" fmla="*/ 476250 h 1514475"/>
              <a:gd name="connsiteX3" fmla="*/ 1287309 w 1287309"/>
              <a:gd name="connsiteY3" fmla="*/ 0 h 151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7309" h="1514475">
                <a:moveTo>
                  <a:pt x="30009" y="1514475"/>
                </a:moveTo>
                <a:cubicBezTo>
                  <a:pt x="-5710" y="1262856"/>
                  <a:pt x="-41428" y="1011237"/>
                  <a:pt x="125259" y="838200"/>
                </a:cubicBezTo>
                <a:cubicBezTo>
                  <a:pt x="291946" y="665163"/>
                  <a:pt x="836459" y="615950"/>
                  <a:pt x="1030134" y="476250"/>
                </a:cubicBezTo>
                <a:cubicBezTo>
                  <a:pt x="1223809" y="336550"/>
                  <a:pt x="1255559" y="168275"/>
                  <a:pt x="1287309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1" name="Forme libre : forme 170">
            <a:extLst>
              <a:ext uri="{FF2B5EF4-FFF2-40B4-BE49-F238E27FC236}">
                <a16:creationId xmlns:a16="http://schemas.microsoft.com/office/drawing/2014/main" id="{1DD724BA-C724-4390-9ED6-738C52B7B858}"/>
              </a:ext>
            </a:extLst>
          </p:cNvPr>
          <p:cNvSpPr/>
          <p:nvPr/>
        </p:nvSpPr>
        <p:spPr>
          <a:xfrm>
            <a:off x="5353050" y="2255476"/>
            <a:ext cx="1752600" cy="352064"/>
          </a:xfrm>
          <a:custGeom>
            <a:avLst/>
            <a:gdLst>
              <a:gd name="connsiteX0" fmla="*/ 0 w 1752600"/>
              <a:gd name="connsiteY0" fmla="*/ 230549 h 352064"/>
              <a:gd name="connsiteX1" fmla="*/ 914400 w 1752600"/>
              <a:gd name="connsiteY1" fmla="*/ 1949 h 352064"/>
              <a:gd name="connsiteX2" fmla="*/ 1409700 w 1752600"/>
              <a:gd name="connsiteY2" fmla="*/ 344849 h 352064"/>
              <a:gd name="connsiteX3" fmla="*/ 1752600 w 1752600"/>
              <a:gd name="connsiteY3" fmla="*/ 201974 h 35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2600" h="352064">
                <a:moveTo>
                  <a:pt x="0" y="230549"/>
                </a:moveTo>
                <a:cubicBezTo>
                  <a:pt x="339725" y="106724"/>
                  <a:pt x="679450" y="-17101"/>
                  <a:pt x="914400" y="1949"/>
                </a:cubicBezTo>
                <a:cubicBezTo>
                  <a:pt x="1149350" y="20999"/>
                  <a:pt x="1270000" y="311511"/>
                  <a:pt x="1409700" y="344849"/>
                </a:cubicBezTo>
                <a:cubicBezTo>
                  <a:pt x="1549400" y="378187"/>
                  <a:pt x="1651000" y="290080"/>
                  <a:pt x="1752600" y="201974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2" name="Forme libre : forme 171">
            <a:extLst>
              <a:ext uri="{FF2B5EF4-FFF2-40B4-BE49-F238E27FC236}">
                <a16:creationId xmlns:a16="http://schemas.microsoft.com/office/drawing/2014/main" id="{2FD0C625-5D63-42BF-8D94-FCDAF52218E3}"/>
              </a:ext>
            </a:extLst>
          </p:cNvPr>
          <p:cNvSpPr/>
          <p:nvPr/>
        </p:nvSpPr>
        <p:spPr>
          <a:xfrm>
            <a:off x="3014439" y="3705225"/>
            <a:ext cx="747936" cy="1247775"/>
          </a:xfrm>
          <a:custGeom>
            <a:avLst/>
            <a:gdLst>
              <a:gd name="connsiteX0" fmla="*/ 747936 w 747936"/>
              <a:gd name="connsiteY0" fmla="*/ 1247775 h 1247775"/>
              <a:gd name="connsiteX1" fmla="*/ 4986 w 747936"/>
              <a:gd name="connsiteY1" fmla="*/ 666750 h 1247775"/>
              <a:gd name="connsiteX2" fmla="*/ 481236 w 747936"/>
              <a:gd name="connsiteY2" fmla="*/ 0 h 124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7936" h="1247775">
                <a:moveTo>
                  <a:pt x="747936" y="1247775"/>
                </a:moveTo>
                <a:cubicBezTo>
                  <a:pt x="398686" y="1061244"/>
                  <a:pt x="49436" y="874713"/>
                  <a:pt x="4986" y="666750"/>
                </a:cubicBezTo>
                <a:cubicBezTo>
                  <a:pt x="-39464" y="458787"/>
                  <a:pt x="220886" y="229393"/>
                  <a:pt x="481236" y="0"/>
                </a:cubicBezTo>
              </a:path>
            </a:pathLst>
          </a:custGeom>
          <a:noFill/>
          <a:ln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887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38</Words>
  <Application>Microsoft Office PowerPoint</Application>
  <PresentationFormat>Grand écran</PresentationFormat>
  <Paragraphs>26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FAUVARQUE, Ifremer Brest PDG-REM-RDT-LDCM, 02 98 22 49 97</dc:creator>
  <cp:lastModifiedBy>Olivier FAUVARQUE</cp:lastModifiedBy>
  <cp:revision>32</cp:revision>
  <dcterms:created xsi:type="dcterms:W3CDTF">2025-12-23T15:35:45Z</dcterms:created>
  <dcterms:modified xsi:type="dcterms:W3CDTF">2026-01-22T12:05:38Z</dcterms:modified>
</cp:coreProperties>
</file>